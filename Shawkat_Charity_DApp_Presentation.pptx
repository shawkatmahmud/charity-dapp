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Shawkat's Charity DApp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Decentralized Donation Platform | Next.js + Solidity + Ethereum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Problem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Problem: Traditional charity platforms lack transparency with high intermediaries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Vision: Decentralized platform where donors directly fund campaigns transparently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Solution: Smart contract-based DApp enabling instant, immutable donation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Create Campaigns: Launch fundraising campaigns with goals and deadlines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Direct Donations: Contribute funds to campaigns using cryptocurrency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Real-time Tracking: View campaign progress and donation history on-chain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Secure &amp; Transparent: All transactions recorded immutably on Ethereum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Frontend: Next.js 15, React 19, TypeScript, Tailwind CSS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Blockchain: Solidity smart contract, Hardhat for local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Wallet: RainbowKit + Wagmi for multi-wallet support (MetaMask, WalletConnect)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Backend: Ethereum RPC, IPFS-ready architecture, NextAuth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Smart Contract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DappFund.sol - Core contract functions: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createCharity() - Launch new campaigns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makeDonation() - Process donations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withdrawFunds() - Charity managers withdraw funds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banCharity() - Admin controls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Security: Access control, fund tracking, event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1. Connect Wallet: User connects MetaMask or WalletConnect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2. View Campaigns: Browse active fundraising campaigns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3. Fund Campaign: Select campaign and donate cryptocurrency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4. Track Impact: Monitor donations and campaign progress in real-time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Development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Local Hardhat Network: Full smart contract testing on local blockchain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Fixed Signer Mode: Deterministic transaction execution for reliable demo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End-to-end Testing: Campaign creation -&gt; donation flow -&gt; fund withdrawal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Multi-network Support: Ethereum </a:t>
            </a:r>
            <a:r>
              <a:rPr dirty="0" err="1"/>
              <a:t>Sepolia</a:t>
            </a:r>
            <a:r>
              <a:rPr dirty="0"/>
              <a:t> </a:t>
            </a:r>
            <a:r>
              <a:rPr dirty="0" err="1"/>
              <a:t>testnet</a:t>
            </a:r>
            <a:r>
              <a:rPr dirty="0"/>
              <a:t> + local Hardhat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E7BB1-BC9C-1C76-8280-B304B651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CE6638-D797-BA67-9211-DC29BCC401A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 lang="en-IN" dirty="0"/>
              <a:t>Screenshots: Homepage</a:t>
            </a:r>
            <a:endParaRPr dirty="0"/>
          </a:p>
        </p:txBody>
      </p:sp>
      <p:pic>
        <p:nvPicPr>
          <p:cNvPr id="1026" name="Picture 2" descr="Charity Marketplace">
            <a:extLst>
              <a:ext uri="{FF2B5EF4-FFF2-40B4-BE49-F238E27FC236}">
                <a16:creationId xmlns:a16="http://schemas.microsoft.com/office/drawing/2014/main" id="{D6ADA489-D952-A860-D0F4-B171AFDB6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13" y="1276688"/>
            <a:ext cx="7846142" cy="369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312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2D706-5B98-E3C2-79F1-87A61D46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FA8A7D-3774-0A0E-0D50-67B022E50F9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 lang="en-IN" dirty="0"/>
              <a:t>Screenshots: Charity Donation Page</a:t>
            </a:r>
            <a:endParaRPr dirty="0"/>
          </a:p>
        </p:txBody>
      </p:sp>
      <p:pic>
        <p:nvPicPr>
          <p:cNvPr id="2050" name="Picture 2" descr="Charity Marketplace">
            <a:extLst>
              <a:ext uri="{FF2B5EF4-FFF2-40B4-BE49-F238E27FC236}">
                <a16:creationId xmlns:a16="http://schemas.microsoft.com/office/drawing/2014/main" id="{ECAB3583-23C9-A61A-78DF-3AA7109F2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39645"/>
            <a:ext cx="7924799" cy="450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60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Future Roadmap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Future: NFT badges for donors, governance DAOs, multi-token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Impact: Transparent, cost-effective fundraising accessible to everyone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Conclusion: Blockchain democratizes charitable giving with security, transparency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Live Demo Available: Test on Ethereum Sepolia or Local Hardhat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327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Noman Mohammed Arif</cp:lastModifiedBy>
  <cp:revision>2</cp:revision>
  <dcterms:created xsi:type="dcterms:W3CDTF">2013-01-27T09:14:16Z</dcterms:created>
  <dcterms:modified xsi:type="dcterms:W3CDTF">2026-03-31T20:46:01Z</dcterms:modified>
  <cp:category/>
</cp:coreProperties>
</file>