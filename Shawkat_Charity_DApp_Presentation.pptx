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7.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12"/>
  </p:notesMasterIdLst>
  <p:sldIdLst>
    <p:sldId id="256" r:id="rId2"/>
    <p:sldId id="257" r:id="rId3"/>
    <p:sldId id="258" r:id="rId4"/>
    <p:sldId id="259" r:id="rId5"/>
    <p:sldId id="260" r:id="rId6"/>
    <p:sldId id="261" r:id="rId7"/>
    <p:sldId id="262" r:id="rId8"/>
    <p:sldId id="264" r:id="rId9"/>
    <p:sldId id="265" r:id="rId10"/>
    <p:sldId id="263"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5" d="100"/>
          <a:sy n="75" d="100"/>
        </p:scale>
        <p:origin x="72" y="120"/>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svg"/><Relationship Id="rId1" Type="http://schemas.openxmlformats.org/officeDocument/2006/relationships/image" Target="../media/image3.svg"/></Relationships>
</file>

<file path=ppt/diagrams/_rels/data2.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svg"/><Relationship Id="rId1" Type="http://schemas.openxmlformats.org/officeDocument/2006/relationships/image" Target="../media/image6.svg"/><Relationship Id="rId4" Type="http://schemas.openxmlformats.org/officeDocument/2006/relationships/image" Target="../media/image9.svg"/></Relationships>
</file>

<file path=ppt/diagrams/_rels/data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svg"/><Relationship Id="rId1" Type="http://schemas.openxmlformats.org/officeDocument/2006/relationships/image" Target="../media/image10.svg"/><Relationship Id="rId4" Type="http://schemas.openxmlformats.org/officeDocument/2006/relationships/image" Target="../media/image13.svg"/></Relationships>
</file>

<file path=ppt/diagrams/_rels/data7.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svg"/><Relationship Id="rId1" Type="http://schemas.openxmlformats.org/officeDocument/2006/relationships/image" Target="../media/image16.svg"/><Relationship Id="rId4" Type="http://schemas.openxmlformats.org/officeDocument/2006/relationships/image" Target="../media/image19.svg"/></Relationships>
</file>

<file path=ppt/diagrams/_rels/drawing1.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svg"/><Relationship Id="rId1" Type="http://schemas.openxmlformats.org/officeDocument/2006/relationships/image" Target="../media/image3.svg"/></Relationships>
</file>

<file path=ppt/diagrams/_rels/drawing2.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svg"/><Relationship Id="rId1" Type="http://schemas.openxmlformats.org/officeDocument/2006/relationships/image" Target="../media/image6.svg"/><Relationship Id="rId4" Type="http://schemas.openxmlformats.org/officeDocument/2006/relationships/image" Target="../media/image9.svg"/></Relationships>
</file>

<file path=ppt/diagrams/_rels/drawing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svg"/><Relationship Id="rId1" Type="http://schemas.openxmlformats.org/officeDocument/2006/relationships/image" Target="../media/image10.svg"/><Relationship Id="rId4" Type="http://schemas.openxmlformats.org/officeDocument/2006/relationships/image" Target="../media/image13.svg"/></Relationships>
</file>

<file path=ppt/diagrams/_rels/drawing7.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svg"/><Relationship Id="rId1" Type="http://schemas.openxmlformats.org/officeDocument/2006/relationships/image" Target="../media/image16.svg"/><Relationship Id="rId4" Type="http://schemas.openxmlformats.org/officeDocument/2006/relationships/image" Target="../media/image19.svg"/></Relationships>
</file>

<file path=ppt/diagrams/colors1.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9748A8B-7ADF-49A7-A236-006D593FDC06}"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60CC29C6-F60E-4E3D-B687-9DFCA600B165}">
      <dgm:prSet/>
      <dgm:spPr/>
      <dgm:t>
        <a:bodyPr/>
        <a:lstStyle/>
        <a:p>
          <a:r>
            <a:rPr lang="en-US"/>
            <a:t>Problem: Donors often cannot clearly see how funds are handled</a:t>
          </a:r>
        </a:p>
      </dgm:t>
    </dgm:pt>
    <dgm:pt modelId="{D16A41B8-9297-417E-A426-E280B4981954}" type="parTrans" cxnId="{0BFC6675-9E9E-47A0-9FAC-42D10DBC2677}">
      <dgm:prSet/>
      <dgm:spPr/>
      <dgm:t>
        <a:bodyPr/>
        <a:lstStyle/>
        <a:p>
          <a:endParaRPr lang="en-US"/>
        </a:p>
      </dgm:t>
    </dgm:pt>
    <dgm:pt modelId="{5F256F80-6A9E-4862-8B24-F817391A1A1F}" type="sibTrans" cxnId="{0BFC6675-9E9E-47A0-9FAC-42D10DBC2677}">
      <dgm:prSet/>
      <dgm:spPr/>
      <dgm:t>
        <a:bodyPr/>
        <a:lstStyle/>
        <a:p>
          <a:endParaRPr lang="en-US"/>
        </a:p>
      </dgm:t>
    </dgm:pt>
    <dgm:pt modelId="{C9454752-FC5E-4944-A680-5CE1D8273E1B}">
      <dgm:prSet/>
      <dgm:spPr/>
      <dgm:t>
        <a:bodyPr/>
        <a:lstStyle/>
        <a:p>
          <a:r>
            <a:rPr lang="en-US"/>
            <a:t>Vision: Let people donate directly with clear public tracking</a:t>
          </a:r>
        </a:p>
      </dgm:t>
    </dgm:pt>
    <dgm:pt modelId="{60D026DB-A5E3-4E7F-AA51-AC085D89194E}" type="parTrans" cxnId="{B68F8120-D1B4-4D9A-B951-FFE56280D335}">
      <dgm:prSet/>
      <dgm:spPr/>
      <dgm:t>
        <a:bodyPr/>
        <a:lstStyle/>
        <a:p>
          <a:endParaRPr lang="en-US"/>
        </a:p>
      </dgm:t>
    </dgm:pt>
    <dgm:pt modelId="{13B2C6E3-C22B-4A76-9059-F8A3B3B9FFD9}" type="sibTrans" cxnId="{B68F8120-D1B4-4D9A-B951-FFE56280D335}">
      <dgm:prSet/>
      <dgm:spPr/>
      <dgm:t>
        <a:bodyPr/>
        <a:lstStyle/>
        <a:p>
          <a:endParaRPr lang="en-US"/>
        </a:p>
      </dgm:t>
    </dgm:pt>
    <dgm:pt modelId="{02AC3F73-8A23-4FA4-BD48-C8062328145F}">
      <dgm:prSet/>
      <dgm:spPr/>
      <dgm:t>
        <a:bodyPr/>
        <a:lstStyle/>
        <a:p>
          <a:r>
            <a:rPr lang="en-US"/>
            <a:t>Solution: A charity app that records each donation openly and safely</a:t>
          </a:r>
        </a:p>
      </dgm:t>
    </dgm:pt>
    <dgm:pt modelId="{4786754A-70CB-46FD-BFAC-DE9CD9766091}" type="parTrans" cxnId="{35297AA7-0A36-4B0C-8844-226E019091C5}">
      <dgm:prSet/>
      <dgm:spPr/>
      <dgm:t>
        <a:bodyPr/>
        <a:lstStyle/>
        <a:p>
          <a:endParaRPr lang="en-US"/>
        </a:p>
      </dgm:t>
    </dgm:pt>
    <dgm:pt modelId="{21492D81-C267-4C90-8F72-FC0C2B8A8FEE}" type="sibTrans" cxnId="{35297AA7-0A36-4B0C-8844-226E019091C5}">
      <dgm:prSet/>
      <dgm:spPr/>
      <dgm:t>
        <a:bodyPr/>
        <a:lstStyle/>
        <a:p>
          <a:endParaRPr lang="en-US"/>
        </a:p>
      </dgm:t>
    </dgm:pt>
    <dgm:pt modelId="{3E4582F4-373F-4513-8C02-AC7CD18C1FE6}" type="pres">
      <dgm:prSet presAssocID="{C9748A8B-7ADF-49A7-A236-006D593FDC06}" presName="root" presStyleCnt="0">
        <dgm:presLayoutVars>
          <dgm:dir/>
          <dgm:resizeHandles val="exact"/>
        </dgm:presLayoutVars>
      </dgm:prSet>
      <dgm:spPr/>
    </dgm:pt>
    <dgm:pt modelId="{A7EEC4A8-D164-4E65-92A8-16CD4E838A83}" type="pres">
      <dgm:prSet presAssocID="{60CC29C6-F60E-4E3D-B687-9DFCA600B165}" presName="compNode" presStyleCnt="0"/>
      <dgm:spPr/>
    </dgm:pt>
    <dgm:pt modelId="{98B8B4D3-CA03-4981-B795-6BC27AD8414A}" type="pres">
      <dgm:prSet presAssocID="{60CC29C6-F60E-4E3D-B687-9DFCA600B165}" presName="bgRect" presStyleLbl="bgShp" presStyleIdx="0" presStyleCnt="3"/>
      <dgm:spPr/>
    </dgm:pt>
    <dgm:pt modelId="{26E26FF5-B3D6-45FE-9A95-36E3DD3DE048}" type="pres">
      <dgm:prSet presAssocID="{60CC29C6-F60E-4E3D-B687-9DFCA600B165}"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Money"/>
        </a:ext>
      </dgm:extLst>
    </dgm:pt>
    <dgm:pt modelId="{54CC76FC-47A2-4CE2-9C91-33189C4A2664}" type="pres">
      <dgm:prSet presAssocID="{60CC29C6-F60E-4E3D-B687-9DFCA600B165}" presName="spaceRect" presStyleCnt="0"/>
      <dgm:spPr/>
    </dgm:pt>
    <dgm:pt modelId="{88FF964E-D935-42D2-87FD-EDC1F9D49770}" type="pres">
      <dgm:prSet presAssocID="{60CC29C6-F60E-4E3D-B687-9DFCA600B165}" presName="parTx" presStyleLbl="revTx" presStyleIdx="0" presStyleCnt="3">
        <dgm:presLayoutVars>
          <dgm:chMax val="0"/>
          <dgm:chPref val="0"/>
        </dgm:presLayoutVars>
      </dgm:prSet>
      <dgm:spPr/>
    </dgm:pt>
    <dgm:pt modelId="{F1AB7D6A-0E9B-4B13-97D0-3930DA2A1A5F}" type="pres">
      <dgm:prSet presAssocID="{5F256F80-6A9E-4862-8B24-F817391A1A1F}" presName="sibTrans" presStyleCnt="0"/>
      <dgm:spPr/>
    </dgm:pt>
    <dgm:pt modelId="{E9EF55CE-D0A4-4325-A556-CDAD3953DFA2}" type="pres">
      <dgm:prSet presAssocID="{C9454752-FC5E-4944-A680-5CE1D8273E1B}" presName="compNode" presStyleCnt="0"/>
      <dgm:spPr/>
    </dgm:pt>
    <dgm:pt modelId="{4270EEC3-18A1-4985-A068-DFBB1079A15E}" type="pres">
      <dgm:prSet presAssocID="{C9454752-FC5E-4944-A680-5CE1D8273E1B}" presName="bgRect" presStyleLbl="bgShp" presStyleIdx="1" presStyleCnt="3"/>
      <dgm:spPr/>
    </dgm:pt>
    <dgm:pt modelId="{E2F64E05-8A8E-4968-892D-00B83F25F87C}" type="pres">
      <dgm:prSet presAssocID="{C9454752-FC5E-4944-A680-5CE1D8273E1B}"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Marketing"/>
        </a:ext>
      </dgm:extLst>
    </dgm:pt>
    <dgm:pt modelId="{E0FE6F46-D755-43E8-995E-7DDA1AD19C3E}" type="pres">
      <dgm:prSet presAssocID="{C9454752-FC5E-4944-A680-5CE1D8273E1B}" presName="spaceRect" presStyleCnt="0"/>
      <dgm:spPr/>
    </dgm:pt>
    <dgm:pt modelId="{D2B404E2-5B6D-4524-B3F8-610981774BB9}" type="pres">
      <dgm:prSet presAssocID="{C9454752-FC5E-4944-A680-5CE1D8273E1B}" presName="parTx" presStyleLbl="revTx" presStyleIdx="1" presStyleCnt="3">
        <dgm:presLayoutVars>
          <dgm:chMax val="0"/>
          <dgm:chPref val="0"/>
        </dgm:presLayoutVars>
      </dgm:prSet>
      <dgm:spPr/>
    </dgm:pt>
    <dgm:pt modelId="{F96B69B4-6E08-493A-8F7C-5EB57BB6BB99}" type="pres">
      <dgm:prSet presAssocID="{13B2C6E3-C22B-4A76-9059-F8A3B3B9FFD9}" presName="sibTrans" presStyleCnt="0"/>
      <dgm:spPr/>
    </dgm:pt>
    <dgm:pt modelId="{CB4D3136-717D-4513-BE3C-C3ED7F6C0B1B}" type="pres">
      <dgm:prSet presAssocID="{02AC3F73-8A23-4FA4-BD48-C8062328145F}" presName="compNode" presStyleCnt="0"/>
      <dgm:spPr/>
    </dgm:pt>
    <dgm:pt modelId="{CBC51E6D-CF1F-44FE-9B62-219C40D270A8}" type="pres">
      <dgm:prSet presAssocID="{02AC3F73-8A23-4FA4-BD48-C8062328145F}" presName="bgRect" presStyleLbl="bgShp" presStyleIdx="2" presStyleCnt="3"/>
      <dgm:spPr/>
    </dgm:pt>
    <dgm:pt modelId="{A5CE51FF-C8E9-4107-8081-0CE8C04418E2}" type="pres">
      <dgm:prSet presAssocID="{02AC3F73-8A23-4FA4-BD48-C8062328145F}"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Smart Phone"/>
        </a:ext>
      </dgm:extLst>
    </dgm:pt>
    <dgm:pt modelId="{4C5C2F1E-CA9D-4DC8-B1F3-9E0948D333AE}" type="pres">
      <dgm:prSet presAssocID="{02AC3F73-8A23-4FA4-BD48-C8062328145F}" presName="spaceRect" presStyleCnt="0"/>
      <dgm:spPr/>
    </dgm:pt>
    <dgm:pt modelId="{39ADF4D0-55E5-4D04-A2CC-EB56FF7553BA}" type="pres">
      <dgm:prSet presAssocID="{02AC3F73-8A23-4FA4-BD48-C8062328145F}" presName="parTx" presStyleLbl="revTx" presStyleIdx="2" presStyleCnt="3">
        <dgm:presLayoutVars>
          <dgm:chMax val="0"/>
          <dgm:chPref val="0"/>
        </dgm:presLayoutVars>
      </dgm:prSet>
      <dgm:spPr/>
    </dgm:pt>
  </dgm:ptLst>
  <dgm:cxnLst>
    <dgm:cxn modelId="{B68F8120-D1B4-4D9A-B951-FFE56280D335}" srcId="{C9748A8B-7ADF-49A7-A236-006D593FDC06}" destId="{C9454752-FC5E-4944-A680-5CE1D8273E1B}" srcOrd="1" destOrd="0" parTransId="{60D026DB-A5E3-4E7F-AA51-AC085D89194E}" sibTransId="{13B2C6E3-C22B-4A76-9059-F8A3B3B9FFD9}"/>
    <dgm:cxn modelId="{5DE1EA4D-324D-432B-86D4-64414E35ECE3}" type="presOf" srcId="{C9748A8B-7ADF-49A7-A236-006D593FDC06}" destId="{3E4582F4-373F-4513-8C02-AC7CD18C1FE6}" srcOrd="0" destOrd="0" presId="urn:microsoft.com/office/officeart/2018/2/layout/IconVerticalSolidList"/>
    <dgm:cxn modelId="{6C75C571-5E85-4654-BF03-719D34C1E42B}" type="presOf" srcId="{C9454752-FC5E-4944-A680-5CE1D8273E1B}" destId="{D2B404E2-5B6D-4524-B3F8-610981774BB9}" srcOrd="0" destOrd="0" presId="urn:microsoft.com/office/officeart/2018/2/layout/IconVerticalSolidList"/>
    <dgm:cxn modelId="{0BFC6675-9E9E-47A0-9FAC-42D10DBC2677}" srcId="{C9748A8B-7ADF-49A7-A236-006D593FDC06}" destId="{60CC29C6-F60E-4E3D-B687-9DFCA600B165}" srcOrd="0" destOrd="0" parTransId="{D16A41B8-9297-417E-A426-E280B4981954}" sibTransId="{5F256F80-6A9E-4862-8B24-F817391A1A1F}"/>
    <dgm:cxn modelId="{35297AA7-0A36-4B0C-8844-226E019091C5}" srcId="{C9748A8B-7ADF-49A7-A236-006D593FDC06}" destId="{02AC3F73-8A23-4FA4-BD48-C8062328145F}" srcOrd="2" destOrd="0" parTransId="{4786754A-70CB-46FD-BFAC-DE9CD9766091}" sibTransId="{21492D81-C267-4C90-8F72-FC0C2B8A8FEE}"/>
    <dgm:cxn modelId="{10EE9CB0-D5F0-49C6-B2AE-953EB710F7F5}" type="presOf" srcId="{02AC3F73-8A23-4FA4-BD48-C8062328145F}" destId="{39ADF4D0-55E5-4D04-A2CC-EB56FF7553BA}" srcOrd="0" destOrd="0" presId="urn:microsoft.com/office/officeart/2018/2/layout/IconVerticalSolidList"/>
    <dgm:cxn modelId="{CA8416D8-2BA5-416E-A604-49E374DC8A9E}" type="presOf" srcId="{60CC29C6-F60E-4E3D-B687-9DFCA600B165}" destId="{88FF964E-D935-42D2-87FD-EDC1F9D49770}" srcOrd="0" destOrd="0" presId="urn:microsoft.com/office/officeart/2018/2/layout/IconVerticalSolidList"/>
    <dgm:cxn modelId="{B65C3DDA-53B9-4535-A7CE-C9192E30B772}" type="presParOf" srcId="{3E4582F4-373F-4513-8C02-AC7CD18C1FE6}" destId="{A7EEC4A8-D164-4E65-92A8-16CD4E838A83}" srcOrd="0" destOrd="0" presId="urn:microsoft.com/office/officeart/2018/2/layout/IconVerticalSolidList"/>
    <dgm:cxn modelId="{20CAB76B-F66B-471B-89E4-B45290A7F803}" type="presParOf" srcId="{A7EEC4A8-D164-4E65-92A8-16CD4E838A83}" destId="{98B8B4D3-CA03-4981-B795-6BC27AD8414A}" srcOrd="0" destOrd="0" presId="urn:microsoft.com/office/officeart/2018/2/layout/IconVerticalSolidList"/>
    <dgm:cxn modelId="{0DDD7A11-C7F9-442E-B5B0-89B92F7314D9}" type="presParOf" srcId="{A7EEC4A8-D164-4E65-92A8-16CD4E838A83}" destId="{26E26FF5-B3D6-45FE-9A95-36E3DD3DE048}" srcOrd="1" destOrd="0" presId="urn:microsoft.com/office/officeart/2018/2/layout/IconVerticalSolidList"/>
    <dgm:cxn modelId="{AEBFAB66-C4C5-4A72-B8C6-47405D48A385}" type="presParOf" srcId="{A7EEC4A8-D164-4E65-92A8-16CD4E838A83}" destId="{54CC76FC-47A2-4CE2-9C91-33189C4A2664}" srcOrd="2" destOrd="0" presId="urn:microsoft.com/office/officeart/2018/2/layout/IconVerticalSolidList"/>
    <dgm:cxn modelId="{74576ADE-C302-455D-9CAA-F3807A76CC8D}" type="presParOf" srcId="{A7EEC4A8-D164-4E65-92A8-16CD4E838A83}" destId="{88FF964E-D935-42D2-87FD-EDC1F9D49770}" srcOrd="3" destOrd="0" presId="urn:microsoft.com/office/officeart/2018/2/layout/IconVerticalSolidList"/>
    <dgm:cxn modelId="{67CCE5E3-71DF-4F8C-BF2D-E313CD561A84}" type="presParOf" srcId="{3E4582F4-373F-4513-8C02-AC7CD18C1FE6}" destId="{F1AB7D6A-0E9B-4B13-97D0-3930DA2A1A5F}" srcOrd="1" destOrd="0" presId="urn:microsoft.com/office/officeart/2018/2/layout/IconVerticalSolidList"/>
    <dgm:cxn modelId="{2D7444C6-B82E-4637-89B5-045AE68F484A}" type="presParOf" srcId="{3E4582F4-373F-4513-8C02-AC7CD18C1FE6}" destId="{E9EF55CE-D0A4-4325-A556-CDAD3953DFA2}" srcOrd="2" destOrd="0" presId="urn:microsoft.com/office/officeart/2018/2/layout/IconVerticalSolidList"/>
    <dgm:cxn modelId="{7DD1461C-762A-4E46-96BC-681F9BB51C7A}" type="presParOf" srcId="{E9EF55CE-D0A4-4325-A556-CDAD3953DFA2}" destId="{4270EEC3-18A1-4985-A068-DFBB1079A15E}" srcOrd="0" destOrd="0" presId="urn:microsoft.com/office/officeart/2018/2/layout/IconVerticalSolidList"/>
    <dgm:cxn modelId="{5377A3CF-59E7-4AC1-8060-B944C1E849B6}" type="presParOf" srcId="{E9EF55CE-D0A4-4325-A556-CDAD3953DFA2}" destId="{E2F64E05-8A8E-4968-892D-00B83F25F87C}" srcOrd="1" destOrd="0" presId="urn:microsoft.com/office/officeart/2018/2/layout/IconVerticalSolidList"/>
    <dgm:cxn modelId="{857CDA65-9480-4ED4-8D93-9EC573183017}" type="presParOf" srcId="{E9EF55CE-D0A4-4325-A556-CDAD3953DFA2}" destId="{E0FE6F46-D755-43E8-995E-7DDA1AD19C3E}" srcOrd="2" destOrd="0" presId="urn:microsoft.com/office/officeart/2018/2/layout/IconVerticalSolidList"/>
    <dgm:cxn modelId="{34B11A86-8C61-4AD2-B8D4-39FD625B2D43}" type="presParOf" srcId="{E9EF55CE-D0A4-4325-A556-CDAD3953DFA2}" destId="{D2B404E2-5B6D-4524-B3F8-610981774BB9}" srcOrd="3" destOrd="0" presId="urn:microsoft.com/office/officeart/2018/2/layout/IconVerticalSolidList"/>
    <dgm:cxn modelId="{3E849F34-509E-4243-BF21-41BEDCB79FCC}" type="presParOf" srcId="{3E4582F4-373F-4513-8C02-AC7CD18C1FE6}" destId="{F96B69B4-6E08-493A-8F7C-5EB57BB6BB99}" srcOrd="3" destOrd="0" presId="urn:microsoft.com/office/officeart/2018/2/layout/IconVerticalSolidList"/>
    <dgm:cxn modelId="{419457F9-A0ED-47CA-99AA-DFEA6AE793B7}" type="presParOf" srcId="{3E4582F4-373F-4513-8C02-AC7CD18C1FE6}" destId="{CB4D3136-717D-4513-BE3C-C3ED7F6C0B1B}" srcOrd="4" destOrd="0" presId="urn:microsoft.com/office/officeart/2018/2/layout/IconVerticalSolidList"/>
    <dgm:cxn modelId="{D991DBB3-C007-4460-8DC2-DEDF698849C4}" type="presParOf" srcId="{CB4D3136-717D-4513-BE3C-C3ED7F6C0B1B}" destId="{CBC51E6D-CF1F-44FE-9B62-219C40D270A8}" srcOrd="0" destOrd="0" presId="urn:microsoft.com/office/officeart/2018/2/layout/IconVerticalSolidList"/>
    <dgm:cxn modelId="{7AF28E82-2095-4F36-A5DF-E28399786AF1}" type="presParOf" srcId="{CB4D3136-717D-4513-BE3C-C3ED7F6C0B1B}" destId="{A5CE51FF-C8E9-4107-8081-0CE8C04418E2}" srcOrd="1" destOrd="0" presId="urn:microsoft.com/office/officeart/2018/2/layout/IconVerticalSolidList"/>
    <dgm:cxn modelId="{85EDFE1B-BD5A-4021-8EFC-519025630F99}" type="presParOf" srcId="{CB4D3136-717D-4513-BE3C-C3ED7F6C0B1B}" destId="{4C5C2F1E-CA9D-4DC8-B1F3-9E0948D333AE}" srcOrd="2" destOrd="0" presId="urn:microsoft.com/office/officeart/2018/2/layout/IconVerticalSolidList"/>
    <dgm:cxn modelId="{D129B786-C6EA-432C-835A-03E7B9498CAD}" type="presParOf" srcId="{CB4D3136-717D-4513-BE3C-C3ED7F6C0B1B}" destId="{39ADF4D0-55E5-4D04-A2CC-EB56FF7553BA}" srcOrd="3" destOrd="0" presId="urn:microsoft.com/office/officeart/2018/2/layout/IconVerticalSolidList"/>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54D70F9-0AD5-4576-A6A8-1993DE589A3D}"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91EFF63F-C8A3-498A-93FB-457F39DFF69C}">
      <dgm:prSet/>
      <dgm:spPr/>
      <dgm:t>
        <a:bodyPr/>
        <a:lstStyle/>
        <a:p>
          <a:r>
            <a:rPr lang="en-US"/>
            <a:t>Create Campaigns: Start a fundraiser with a target and deadline</a:t>
          </a:r>
        </a:p>
      </dgm:t>
    </dgm:pt>
    <dgm:pt modelId="{266C3D7E-DA24-405F-A3C4-900FA7774118}" type="parTrans" cxnId="{EEC7E2CF-9DAA-44E0-AB31-31BB237C060B}">
      <dgm:prSet/>
      <dgm:spPr/>
      <dgm:t>
        <a:bodyPr/>
        <a:lstStyle/>
        <a:p>
          <a:endParaRPr lang="en-US"/>
        </a:p>
      </dgm:t>
    </dgm:pt>
    <dgm:pt modelId="{978B43F7-B909-4F03-8BE3-B34117481716}" type="sibTrans" cxnId="{EEC7E2CF-9DAA-44E0-AB31-31BB237C060B}">
      <dgm:prSet/>
      <dgm:spPr/>
      <dgm:t>
        <a:bodyPr/>
        <a:lstStyle/>
        <a:p>
          <a:endParaRPr lang="en-US"/>
        </a:p>
      </dgm:t>
    </dgm:pt>
    <dgm:pt modelId="{0A3CBA95-8F15-47E1-A570-13102EF473F6}">
      <dgm:prSet/>
      <dgm:spPr/>
      <dgm:t>
        <a:bodyPr/>
        <a:lstStyle/>
        <a:p>
          <a:r>
            <a:rPr lang="en-US"/>
            <a:t>Direct Donations: Send support straight to the selected campaign</a:t>
          </a:r>
        </a:p>
      </dgm:t>
    </dgm:pt>
    <dgm:pt modelId="{12811D01-7C04-40E9-BA18-8081D69B90A3}" type="parTrans" cxnId="{DBC28FC5-FE4B-458C-A831-E22E07072674}">
      <dgm:prSet/>
      <dgm:spPr/>
      <dgm:t>
        <a:bodyPr/>
        <a:lstStyle/>
        <a:p>
          <a:endParaRPr lang="en-US"/>
        </a:p>
      </dgm:t>
    </dgm:pt>
    <dgm:pt modelId="{9FAD7EBB-A4F7-48B9-ADB1-62975B7BC0B1}" type="sibTrans" cxnId="{DBC28FC5-FE4B-458C-A831-E22E07072674}">
      <dgm:prSet/>
      <dgm:spPr/>
      <dgm:t>
        <a:bodyPr/>
        <a:lstStyle/>
        <a:p>
          <a:endParaRPr lang="en-US"/>
        </a:p>
      </dgm:t>
    </dgm:pt>
    <dgm:pt modelId="{F5F60726-E459-475B-938E-0CB8AE1FBDB4}">
      <dgm:prSet/>
      <dgm:spPr/>
      <dgm:t>
        <a:bodyPr/>
        <a:lstStyle/>
        <a:p>
          <a:r>
            <a:rPr lang="en-US"/>
            <a:t>Live Progress: See how close each campaign is to its goal</a:t>
          </a:r>
        </a:p>
      </dgm:t>
    </dgm:pt>
    <dgm:pt modelId="{48DFEFEB-3BA2-4A4C-9C01-AB60647E4F69}" type="parTrans" cxnId="{5D968481-1A8E-46B3-85E3-760E3CF638CE}">
      <dgm:prSet/>
      <dgm:spPr/>
      <dgm:t>
        <a:bodyPr/>
        <a:lstStyle/>
        <a:p>
          <a:endParaRPr lang="en-US"/>
        </a:p>
      </dgm:t>
    </dgm:pt>
    <dgm:pt modelId="{4E45C792-45AC-40F5-B596-63099565E1FE}" type="sibTrans" cxnId="{5D968481-1A8E-46B3-85E3-760E3CF638CE}">
      <dgm:prSet/>
      <dgm:spPr/>
      <dgm:t>
        <a:bodyPr/>
        <a:lstStyle/>
        <a:p>
          <a:endParaRPr lang="en-US"/>
        </a:p>
      </dgm:t>
    </dgm:pt>
    <dgm:pt modelId="{29CE2506-FBFC-4C61-88B9-93E92E106EF3}">
      <dgm:prSet/>
      <dgm:spPr/>
      <dgm:t>
        <a:bodyPr/>
        <a:lstStyle/>
        <a:p>
          <a:r>
            <a:rPr lang="en-US"/>
            <a:t>Open Records: Donation history is visible and hard to tamper with</a:t>
          </a:r>
        </a:p>
      </dgm:t>
    </dgm:pt>
    <dgm:pt modelId="{9D896A1E-4368-480A-A3A8-2B3BDCA0C136}" type="parTrans" cxnId="{D018C65D-30F1-4FA3-9C4E-ED50574ED65A}">
      <dgm:prSet/>
      <dgm:spPr/>
      <dgm:t>
        <a:bodyPr/>
        <a:lstStyle/>
        <a:p>
          <a:endParaRPr lang="en-US"/>
        </a:p>
      </dgm:t>
    </dgm:pt>
    <dgm:pt modelId="{791573E5-06C4-46AA-BA5E-F8ADB0B2250C}" type="sibTrans" cxnId="{D018C65D-30F1-4FA3-9C4E-ED50574ED65A}">
      <dgm:prSet/>
      <dgm:spPr/>
      <dgm:t>
        <a:bodyPr/>
        <a:lstStyle/>
        <a:p>
          <a:endParaRPr lang="en-US"/>
        </a:p>
      </dgm:t>
    </dgm:pt>
    <dgm:pt modelId="{B1B04A3B-3A38-4356-8F87-264135485271}" type="pres">
      <dgm:prSet presAssocID="{154D70F9-0AD5-4576-A6A8-1993DE589A3D}" presName="root" presStyleCnt="0">
        <dgm:presLayoutVars>
          <dgm:dir/>
          <dgm:resizeHandles val="exact"/>
        </dgm:presLayoutVars>
      </dgm:prSet>
      <dgm:spPr/>
    </dgm:pt>
    <dgm:pt modelId="{2D2258C2-0B49-4DAC-904E-9AED18C5E30D}" type="pres">
      <dgm:prSet presAssocID="{91EFF63F-C8A3-498A-93FB-457F39DFF69C}" presName="compNode" presStyleCnt="0"/>
      <dgm:spPr/>
    </dgm:pt>
    <dgm:pt modelId="{E177D684-AE67-4178-8E41-593357EAAD44}" type="pres">
      <dgm:prSet presAssocID="{91EFF63F-C8A3-498A-93FB-457F39DFF69C}" presName="bgRect" presStyleLbl="bgShp" presStyleIdx="0" presStyleCnt="4"/>
      <dgm:spPr/>
    </dgm:pt>
    <dgm:pt modelId="{71BB4E53-D700-487D-BFDA-5B2E6CE50BFC}" type="pres">
      <dgm:prSet presAssocID="{91EFF63F-C8A3-498A-93FB-457F39DFF69C}"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Bullseye"/>
        </a:ext>
      </dgm:extLst>
    </dgm:pt>
    <dgm:pt modelId="{4CBAFE27-420E-4F64-B5C8-0CDC2D4D00DE}" type="pres">
      <dgm:prSet presAssocID="{91EFF63F-C8A3-498A-93FB-457F39DFF69C}" presName="spaceRect" presStyleCnt="0"/>
      <dgm:spPr/>
    </dgm:pt>
    <dgm:pt modelId="{AEB8B090-6454-4A27-94FE-F2CB6F262196}" type="pres">
      <dgm:prSet presAssocID="{91EFF63F-C8A3-498A-93FB-457F39DFF69C}" presName="parTx" presStyleLbl="revTx" presStyleIdx="0" presStyleCnt="4">
        <dgm:presLayoutVars>
          <dgm:chMax val="0"/>
          <dgm:chPref val="0"/>
        </dgm:presLayoutVars>
      </dgm:prSet>
      <dgm:spPr/>
    </dgm:pt>
    <dgm:pt modelId="{EBB26C97-3EE8-4283-AF25-4B865B4E56AB}" type="pres">
      <dgm:prSet presAssocID="{978B43F7-B909-4F03-8BE3-B34117481716}" presName="sibTrans" presStyleCnt="0"/>
      <dgm:spPr/>
    </dgm:pt>
    <dgm:pt modelId="{0E138215-0568-4256-9C6B-D620AFE30075}" type="pres">
      <dgm:prSet presAssocID="{0A3CBA95-8F15-47E1-A570-13102EF473F6}" presName="compNode" presStyleCnt="0"/>
      <dgm:spPr/>
    </dgm:pt>
    <dgm:pt modelId="{BE78B3F0-BE52-4A95-8E17-542C4438AD65}" type="pres">
      <dgm:prSet presAssocID="{0A3CBA95-8F15-47E1-A570-13102EF473F6}" presName="bgRect" presStyleLbl="bgShp" presStyleIdx="1" presStyleCnt="4"/>
      <dgm:spPr/>
    </dgm:pt>
    <dgm:pt modelId="{6EE40119-9C8B-469D-AC84-E9E2B25081BF}" type="pres">
      <dgm:prSet presAssocID="{0A3CBA95-8F15-47E1-A570-13102EF473F6}"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Open envelope"/>
        </a:ext>
      </dgm:extLst>
    </dgm:pt>
    <dgm:pt modelId="{AC4A3071-15B2-4916-A8BD-A9614D66D98B}" type="pres">
      <dgm:prSet presAssocID="{0A3CBA95-8F15-47E1-A570-13102EF473F6}" presName="spaceRect" presStyleCnt="0"/>
      <dgm:spPr/>
    </dgm:pt>
    <dgm:pt modelId="{EC62513C-B614-467A-821A-C3D5F186587C}" type="pres">
      <dgm:prSet presAssocID="{0A3CBA95-8F15-47E1-A570-13102EF473F6}" presName="parTx" presStyleLbl="revTx" presStyleIdx="1" presStyleCnt="4">
        <dgm:presLayoutVars>
          <dgm:chMax val="0"/>
          <dgm:chPref val="0"/>
        </dgm:presLayoutVars>
      </dgm:prSet>
      <dgm:spPr/>
    </dgm:pt>
    <dgm:pt modelId="{438E691F-37DB-4BEB-A7EE-F02E4A31D37D}" type="pres">
      <dgm:prSet presAssocID="{9FAD7EBB-A4F7-48B9-ADB1-62975B7BC0B1}" presName="sibTrans" presStyleCnt="0"/>
      <dgm:spPr/>
    </dgm:pt>
    <dgm:pt modelId="{D8402963-4868-4296-A197-DA7BFC5B6DA0}" type="pres">
      <dgm:prSet presAssocID="{F5F60726-E459-475B-938E-0CB8AE1FBDB4}" presName="compNode" presStyleCnt="0"/>
      <dgm:spPr/>
    </dgm:pt>
    <dgm:pt modelId="{0EE11069-660D-4997-854B-0CB1360177C7}" type="pres">
      <dgm:prSet presAssocID="{F5F60726-E459-475B-938E-0CB8AE1FBDB4}" presName="bgRect" presStyleLbl="bgShp" presStyleIdx="2" presStyleCnt="4"/>
      <dgm:spPr/>
    </dgm:pt>
    <dgm:pt modelId="{27296CD8-7DD8-4EE9-9B9B-BBC28B34A23E}" type="pres">
      <dgm:prSet presAssocID="{F5F60726-E459-475B-938E-0CB8AE1FBDB4}"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Target"/>
        </a:ext>
      </dgm:extLst>
    </dgm:pt>
    <dgm:pt modelId="{CB0AF63D-765D-4FA9-9BB7-F8E268965AD1}" type="pres">
      <dgm:prSet presAssocID="{F5F60726-E459-475B-938E-0CB8AE1FBDB4}" presName="spaceRect" presStyleCnt="0"/>
      <dgm:spPr/>
    </dgm:pt>
    <dgm:pt modelId="{780D4C73-CDA6-4AE5-86E2-198476D20313}" type="pres">
      <dgm:prSet presAssocID="{F5F60726-E459-475B-938E-0CB8AE1FBDB4}" presName="parTx" presStyleLbl="revTx" presStyleIdx="2" presStyleCnt="4">
        <dgm:presLayoutVars>
          <dgm:chMax val="0"/>
          <dgm:chPref val="0"/>
        </dgm:presLayoutVars>
      </dgm:prSet>
      <dgm:spPr/>
    </dgm:pt>
    <dgm:pt modelId="{892740AF-F702-45A8-A466-BADE933AAE59}" type="pres">
      <dgm:prSet presAssocID="{4E45C792-45AC-40F5-B596-63099565E1FE}" presName="sibTrans" presStyleCnt="0"/>
      <dgm:spPr/>
    </dgm:pt>
    <dgm:pt modelId="{1F2B1EA9-3C6E-45FF-8D6B-D20AAC0B9103}" type="pres">
      <dgm:prSet presAssocID="{29CE2506-FBFC-4C61-88B9-93E92E106EF3}" presName="compNode" presStyleCnt="0"/>
      <dgm:spPr/>
    </dgm:pt>
    <dgm:pt modelId="{345F0DB9-1B41-4BFC-8506-8216E3AA6525}" type="pres">
      <dgm:prSet presAssocID="{29CE2506-FBFC-4C61-88B9-93E92E106EF3}" presName="bgRect" presStyleLbl="bgShp" presStyleIdx="3" presStyleCnt="4"/>
      <dgm:spPr/>
    </dgm:pt>
    <dgm:pt modelId="{F0897BC7-5558-422F-A4D4-456C1D5AD641}" type="pres">
      <dgm:prSet presAssocID="{29CE2506-FBFC-4C61-88B9-93E92E106EF3}"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Gavel"/>
        </a:ext>
      </dgm:extLst>
    </dgm:pt>
    <dgm:pt modelId="{91A19559-E154-4191-A795-9700D9E7F656}" type="pres">
      <dgm:prSet presAssocID="{29CE2506-FBFC-4C61-88B9-93E92E106EF3}" presName="spaceRect" presStyleCnt="0"/>
      <dgm:spPr/>
    </dgm:pt>
    <dgm:pt modelId="{1C5D61AA-0D49-493C-8FC2-9C53FB861EAA}" type="pres">
      <dgm:prSet presAssocID="{29CE2506-FBFC-4C61-88B9-93E92E106EF3}" presName="parTx" presStyleLbl="revTx" presStyleIdx="3" presStyleCnt="4">
        <dgm:presLayoutVars>
          <dgm:chMax val="0"/>
          <dgm:chPref val="0"/>
        </dgm:presLayoutVars>
      </dgm:prSet>
      <dgm:spPr/>
    </dgm:pt>
  </dgm:ptLst>
  <dgm:cxnLst>
    <dgm:cxn modelId="{40B6DF28-DEB0-4AF3-8A28-0806582CD5C4}" type="presOf" srcId="{154D70F9-0AD5-4576-A6A8-1993DE589A3D}" destId="{B1B04A3B-3A38-4356-8F87-264135485271}" srcOrd="0" destOrd="0" presId="urn:microsoft.com/office/officeart/2018/2/layout/IconVerticalSolidList"/>
    <dgm:cxn modelId="{D018C65D-30F1-4FA3-9C4E-ED50574ED65A}" srcId="{154D70F9-0AD5-4576-A6A8-1993DE589A3D}" destId="{29CE2506-FBFC-4C61-88B9-93E92E106EF3}" srcOrd="3" destOrd="0" parTransId="{9D896A1E-4368-480A-A3A8-2B3BDCA0C136}" sibTransId="{791573E5-06C4-46AA-BA5E-F8ADB0B2250C}"/>
    <dgm:cxn modelId="{73C5E34B-F4C2-4ABF-9533-D3F388BEAA91}" type="presOf" srcId="{91EFF63F-C8A3-498A-93FB-457F39DFF69C}" destId="{AEB8B090-6454-4A27-94FE-F2CB6F262196}" srcOrd="0" destOrd="0" presId="urn:microsoft.com/office/officeart/2018/2/layout/IconVerticalSolidList"/>
    <dgm:cxn modelId="{91C3846E-C36D-46BF-ADD3-4C9AF0886339}" type="presOf" srcId="{29CE2506-FBFC-4C61-88B9-93E92E106EF3}" destId="{1C5D61AA-0D49-493C-8FC2-9C53FB861EAA}" srcOrd="0" destOrd="0" presId="urn:microsoft.com/office/officeart/2018/2/layout/IconVerticalSolidList"/>
    <dgm:cxn modelId="{5D968481-1A8E-46B3-85E3-760E3CF638CE}" srcId="{154D70F9-0AD5-4576-A6A8-1993DE589A3D}" destId="{F5F60726-E459-475B-938E-0CB8AE1FBDB4}" srcOrd="2" destOrd="0" parTransId="{48DFEFEB-3BA2-4A4C-9C01-AB60647E4F69}" sibTransId="{4E45C792-45AC-40F5-B596-63099565E1FE}"/>
    <dgm:cxn modelId="{FD72DE98-309A-4132-82EE-410501AD9D8C}" type="presOf" srcId="{0A3CBA95-8F15-47E1-A570-13102EF473F6}" destId="{EC62513C-B614-467A-821A-C3D5F186587C}" srcOrd="0" destOrd="0" presId="urn:microsoft.com/office/officeart/2018/2/layout/IconVerticalSolidList"/>
    <dgm:cxn modelId="{4DAAA2BD-BA89-4EB1-A306-7E62B913360D}" type="presOf" srcId="{F5F60726-E459-475B-938E-0CB8AE1FBDB4}" destId="{780D4C73-CDA6-4AE5-86E2-198476D20313}" srcOrd="0" destOrd="0" presId="urn:microsoft.com/office/officeart/2018/2/layout/IconVerticalSolidList"/>
    <dgm:cxn modelId="{DBC28FC5-FE4B-458C-A831-E22E07072674}" srcId="{154D70F9-0AD5-4576-A6A8-1993DE589A3D}" destId="{0A3CBA95-8F15-47E1-A570-13102EF473F6}" srcOrd="1" destOrd="0" parTransId="{12811D01-7C04-40E9-BA18-8081D69B90A3}" sibTransId="{9FAD7EBB-A4F7-48B9-ADB1-62975B7BC0B1}"/>
    <dgm:cxn modelId="{EEC7E2CF-9DAA-44E0-AB31-31BB237C060B}" srcId="{154D70F9-0AD5-4576-A6A8-1993DE589A3D}" destId="{91EFF63F-C8A3-498A-93FB-457F39DFF69C}" srcOrd="0" destOrd="0" parTransId="{266C3D7E-DA24-405F-A3C4-900FA7774118}" sibTransId="{978B43F7-B909-4F03-8BE3-B34117481716}"/>
    <dgm:cxn modelId="{28DB7419-1148-41CB-8414-CBD3593CC7CF}" type="presParOf" srcId="{B1B04A3B-3A38-4356-8F87-264135485271}" destId="{2D2258C2-0B49-4DAC-904E-9AED18C5E30D}" srcOrd="0" destOrd="0" presId="urn:microsoft.com/office/officeart/2018/2/layout/IconVerticalSolidList"/>
    <dgm:cxn modelId="{B89A8F39-5B66-4A9E-8323-EFF28607740A}" type="presParOf" srcId="{2D2258C2-0B49-4DAC-904E-9AED18C5E30D}" destId="{E177D684-AE67-4178-8E41-593357EAAD44}" srcOrd="0" destOrd="0" presId="urn:microsoft.com/office/officeart/2018/2/layout/IconVerticalSolidList"/>
    <dgm:cxn modelId="{CDD36EA7-D0B4-4429-92D2-02F6FD7B1F05}" type="presParOf" srcId="{2D2258C2-0B49-4DAC-904E-9AED18C5E30D}" destId="{71BB4E53-D700-487D-BFDA-5B2E6CE50BFC}" srcOrd="1" destOrd="0" presId="urn:microsoft.com/office/officeart/2018/2/layout/IconVerticalSolidList"/>
    <dgm:cxn modelId="{EEC662DF-F3DC-41AA-8D26-C8B86F6DB8E1}" type="presParOf" srcId="{2D2258C2-0B49-4DAC-904E-9AED18C5E30D}" destId="{4CBAFE27-420E-4F64-B5C8-0CDC2D4D00DE}" srcOrd="2" destOrd="0" presId="urn:microsoft.com/office/officeart/2018/2/layout/IconVerticalSolidList"/>
    <dgm:cxn modelId="{58524159-0034-495C-AADF-D43D8B8F6BFB}" type="presParOf" srcId="{2D2258C2-0B49-4DAC-904E-9AED18C5E30D}" destId="{AEB8B090-6454-4A27-94FE-F2CB6F262196}" srcOrd="3" destOrd="0" presId="urn:microsoft.com/office/officeart/2018/2/layout/IconVerticalSolidList"/>
    <dgm:cxn modelId="{0ED499D3-D14C-409F-83C0-999C2B39E0C8}" type="presParOf" srcId="{B1B04A3B-3A38-4356-8F87-264135485271}" destId="{EBB26C97-3EE8-4283-AF25-4B865B4E56AB}" srcOrd="1" destOrd="0" presId="urn:microsoft.com/office/officeart/2018/2/layout/IconVerticalSolidList"/>
    <dgm:cxn modelId="{28F86601-4BF6-4FF5-AE07-6FF2678E596E}" type="presParOf" srcId="{B1B04A3B-3A38-4356-8F87-264135485271}" destId="{0E138215-0568-4256-9C6B-D620AFE30075}" srcOrd="2" destOrd="0" presId="urn:microsoft.com/office/officeart/2018/2/layout/IconVerticalSolidList"/>
    <dgm:cxn modelId="{5AB80CDD-90BC-4337-BDB0-6E6BB7DD1DE3}" type="presParOf" srcId="{0E138215-0568-4256-9C6B-D620AFE30075}" destId="{BE78B3F0-BE52-4A95-8E17-542C4438AD65}" srcOrd="0" destOrd="0" presId="urn:microsoft.com/office/officeart/2018/2/layout/IconVerticalSolidList"/>
    <dgm:cxn modelId="{17C79CEB-2394-42F3-9D96-A164BBC1B2CB}" type="presParOf" srcId="{0E138215-0568-4256-9C6B-D620AFE30075}" destId="{6EE40119-9C8B-469D-AC84-E9E2B25081BF}" srcOrd="1" destOrd="0" presId="urn:microsoft.com/office/officeart/2018/2/layout/IconVerticalSolidList"/>
    <dgm:cxn modelId="{9439160E-FB3B-48F3-AAE9-86FA1A103C28}" type="presParOf" srcId="{0E138215-0568-4256-9C6B-D620AFE30075}" destId="{AC4A3071-15B2-4916-A8BD-A9614D66D98B}" srcOrd="2" destOrd="0" presId="urn:microsoft.com/office/officeart/2018/2/layout/IconVerticalSolidList"/>
    <dgm:cxn modelId="{C1A8B6A3-A4B0-4F11-B82B-AD2EDB2539CA}" type="presParOf" srcId="{0E138215-0568-4256-9C6B-D620AFE30075}" destId="{EC62513C-B614-467A-821A-C3D5F186587C}" srcOrd="3" destOrd="0" presId="urn:microsoft.com/office/officeart/2018/2/layout/IconVerticalSolidList"/>
    <dgm:cxn modelId="{FAFC996D-4DB1-4034-9565-55828F84CDE7}" type="presParOf" srcId="{B1B04A3B-3A38-4356-8F87-264135485271}" destId="{438E691F-37DB-4BEB-A7EE-F02E4A31D37D}" srcOrd="3" destOrd="0" presId="urn:microsoft.com/office/officeart/2018/2/layout/IconVerticalSolidList"/>
    <dgm:cxn modelId="{D5A99259-3C16-4E10-A4E3-CFA7DBEB2E88}" type="presParOf" srcId="{B1B04A3B-3A38-4356-8F87-264135485271}" destId="{D8402963-4868-4296-A197-DA7BFC5B6DA0}" srcOrd="4" destOrd="0" presId="urn:microsoft.com/office/officeart/2018/2/layout/IconVerticalSolidList"/>
    <dgm:cxn modelId="{1268B6A0-BCF3-44D1-A9E1-300B247C7A27}" type="presParOf" srcId="{D8402963-4868-4296-A197-DA7BFC5B6DA0}" destId="{0EE11069-660D-4997-854B-0CB1360177C7}" srcOrd="0" destOrd="0" presId="urn:microsoft.com/office/officeart/2018/2/layout/IconVerticalSolidList"/>
    <dgm:cxn modelId="{93E89336-9496-4B61-89F6-611614F243DE}" type="presParOf" srcId="{D8402963-4868-4296-A197-DA7BFC5B6DA0}" destId="{27296CD8-7DD8-4EE9-9B9B-BBC28B34A23E}" srcOrd="1" destOrd="0" presId="urn:microsoft.com/office/officeart/2018/2/layout/IconVerticalSolidList"/>
    <dgm:cxn modelId="{0B7409D3-FD13-467E-9E63-907BD9A78AA4}" type="presParOf" srcId="{D8402963-4868-4296-A197-DA7BFC5B6DA0}" destId="{CB0AF63D-765D-4FA9-9BB7-F8E268965AD1}" srcOrd="2" destOrd="0" presId="urn:microsoft.com/office/officeart/2018/2/layout/IconVerticalSolidList"/>
    <dgm:cxn modelId="{CE741709-B63C-4FB5-8D1E-615EE9B6A398}" type="presParOf" srcId="{D8402963-4868-4296-A197-DA7BFC5B6DA0}" destId="{780D4C73-CDA6-4AE5-86E2-198476D20313}" srcOrd="3" destOrd="0" presId="urn:microsoft.com/office/officeart/2018/2/layout/IconVerticalSolidList"/>
    <dgm:cxn modelId="{4B7E6850-391B-420B-91E1-EBF43237DBA5}" type="presParOf" srcId="{B1B04A3B-3A38-4356-8F87-264135485271}" destId="{892740AF-F702-45A8-A466-BADE933AAE59}" srcOrd="5" destOrd="0" presId="urn:microsoft.com/office/officeart/2018/2/layout/IconVerticalSolidList"/>
    <dgm:cxn modelId="{8BA8A2B0-EA87-4FCF-8ED0-61886D0C9302}" type="presParOf" srcId="{B1B04A3B-3A38-4356-8F87-264135485271}" destId="{1F2B1EA9-3C6E-45FF-8D6B-D20AAC0B9103}" srcOrd="6" destOrd="0" presId="urn:microsoft.com/office/officeart/2018/2/layout/IconVerticalSolidList"/>
    <dgm:cxn modelId="{1B63FB0F-64F2-4333-B024-63BC56433B52}" type="presParOf" srcId="{1F2B1EA9-3C6E-45FF-8D6B-D20AAC0B9103}" destId="{345F0DB9-1B41-4BFC-8506-8216E3AA6525}" srcOrd="0" destOrd="0" presId="urn:microsoft.com/office/officeart/2018/2/layout/IconVerticalSolidList"/>
    <dgm:cxn modelId="{13FAC798-236F-4C6E-9B26-77732FD96E26}" type="presParOf" srcId="{1F2B1EA9-3C6E-45FF-8D6B-D20AAC0B9103}" destId="{F0897BC7-5558-422F-A4D4-456C1D5AD641}" srcOrd="1" destOrd="0" presId="urn:microsoft.com/office/officeart/2018/2/layout/IconVerticalSolidList"/>
    <dgm:cxn modelId="{F52267C6-B9FE-4144-9B93-838915B9E979}" type="presParOf" srcId="{1F2B1EA9-3C6E-45FF-8D6B-D20AAC0B9103}" destId="{91A19559-E154-4191-A795-9700D9E7F656}" srcOrd="2" destOrd="0" presId="urn:microsoft.com/office/officeart/2018/2/layout/IconVerticalSolidList"/>
    <dgm:cxn modelId="{7DE795BA-32A5-49B6-9F93-9CFA3A697E7E}" type="presParOf" srcId="{1F2B1EA9-3C6E-45FF-8D6B-D20AAC0B9103}" destId="{1C5D61AA-0D49-493C-8FC2-9C53FB861EAA}" srcOrd="3" destOrd="0" presId="urn:microsoft.com/office/officeart/2018/2/layout/IconVerticalSolidList"/>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8876188-7474-4F15-A228-3DFF59D3C645}"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470F21C5-FE99-4CEF-95BD-A264A4BC87F0}">
      <dgm:prSet/>
      <dgm:spPr/>
      <dgm:t>
        <a:bodyPr/>
        <a:lstStyle/>
        <a:p>
          <a:r>
            <a:rPr lang="en-US"/>
            <a:t>Website: Built with modern React tools for a smooth user experience</a:t>
          </a:r>
        </a:p>
      </dgm:t>
    </dgm:pt>
    <dgm:pt modelId="{5B1BA2B2-307B-4D65-B2FE-169FCB506B0B}" type="parTrans" cxnId="{4919DF89-602E-4A3E-9231-013FB97665A2}">
      <dgm:prSet/>
      <dgm:spPr/>
      <dgm:t>
        <a:bodyPr/>
        <a:lstStyle/>
        <a:p>
          <a:endParaRPr lang="en-US"/>
        </a:p>
      </dgm:t>
    </dgm:pt>
    <dgm:pt modelId="{00365C30-0FF3-4354-803D-820C2398E1AF}" type="sibTrans" cxnId="{4919DF89-602E-4A3E-9231-013FB97665A2}">
      <dgm:prSet/>
      <dgm:spPr/>
      <dgm:t>
        <a:bodyPr/>
        <a:lstStyle/>
        <a:p>
          <a:endParaRPr lang="en-US"/>
        </a:p>
      </dgm:t>
    </dgm:pt>
    <dgm:pt modelId="{DF010B11-C058-41CB-A683-76A05FEBD08A}">
      <dgm:prSet/>
      <dgm:spPr/>
      <dgm:t>
        <a:bodyPr/>
        <a:lstStyle/>
        <a:p>
          <a:r>
            <a:rPr lang="en-US"/>
            <a:t>Core Logic: Donation rules are handled by smart contract code</a:t>
          </a:r>
        </a:p>
      </dgm:t>
    </dgm:pt>
    <dgm:pt modelId="{F698DD8E-4EF6-4C9A-AC40-B8B91B96B34B}" type="parTrans" cxnId="{30A0C651-796D-4BFF-BEA2-8ECC99898BA6}">
      <dgm:prSet/>
      <dgm:spPr/>
      <dgm:t>
        <a:bodyPr/>
        <a:lstStyle/>
        <a:p>
          <a:endParaRPr lang="en-US"/>
        </a:p>
      </dgm:t>
    </dgm:pt>
    <dgm:pt modelId="{2AD55B81-E538-4539-858A-4B7682FA0255}" type="sibTrans" cxnId="{30A0C651-796D-4BFF-BEA2-8ECC99898BA6}">
      <dgm:prSet/>
      <dgm:spPr/>
      <dgm:t>
        <a:bodyPr/>
        <a:lstStyle/>
        <a:p>
          <a:endParaRPr lang="en-US"/>
        </a:p>
      </dgm:t>
    </dgm:pt>
    <dgm:pt modelId="{8FEDDC06-B8FF-4E02-B74A-7AAFC06DA821}">
      <dgm:prSet/>
      <dgm:spPr/>
      <dgm:t>
        <a:bodyPr/>
        <a:lstStyle/>
        <a:p>
          <a:r>
            <a:rPr lang="en-US"/>
            <a:t>Wallet Login: Users can connect MetaMask or WalletConnect</a:t>
          </a:r>
        </a:p>
      </dgm:t>
    </dgm:pt>
    <dgm:pt modelId="{AF66DC38-FAA0-4C1F-A7E0-BD494FA986B0}" type="parTrans" cxnId="{5633FBEB-D6E7-4FE0-A8C0-1B9CC515F8D6}">
      <dgm:prSet/>
      <dgm:spPr/>
      <dgm:t>
        <a:bodyPr/>
        <a:lstStyle/>
        <a:p>
          <a:endParaRPr lang="en-US"/>
        </a:p>
      </dgm:t>
    </dgm:pt>
    <dgm:pt modelId="{6346D0D8-BF53-45FD-B556-8CC3E6814315}" type="sibTrans" cxnId="{5633FBEB-D6E7-4FE0-A8C0-1B9CC515F8D6}">
      <dgm:prSet/>
      <dgm:spPr/>
      <dgm:t>
        <a:bodyPr/>
        <a:lstStyle/>
        <a:p>
          <a:endParaRPr lang="en-US"/>
        </a:p>
      </dgm:t>
    </dgm:pt>
    <dgm:pt modelId="{6D691534-50CD-4C58-87E9-ABE64CA7167E}">
      <dgm:prSet/>
      <dgm:spPr/>
      <dgm:t>
        <a:bodyPr/>
        <a:lstStyle/>
        <a:p>
          <a:r>
            <a:rPr lang="en-US"/>
            <a:t>Testing Setup: Local blockchain used for safe and repeatable demos</a:t>
          </a:r>
        </a:p>
      </dgm:t>
    </dgm:pt>
    <dgm:pt modelId="{20D5233B-F77A-424A-BD7A-084DC9BBEEE7}" type="parTrans" cxnId="{5FBE5F60-0879-4A59-A7A9-12C96B6AB180}">
      <dgm:prSet/>
      <dgm:spPr/>
      <dgm:t>
        <a:bodyPr/>
        <a:lstStyle/>
        <a:p>
          <a:endParaRPr lang="en-US"/>
        </a:p>
      </dgm:t>
    </dgm:pt>
    <dgm:pt modelId="{24BEB008-36E9-46D2-9761-F1CE3D1D3523}" type="sibTrans" cxnId="{5FBE5F60-0879-4A59-A7A9-12C96B6AB180}">
      <dgm:prSet/>
      <dgm:spPr/>
      <dgm:t>
        <a:bodyPr/>
        <a:lstStyle/>
        <a:p>
          <a:endParaRPr lang="en-US"/>
        </a:p>
      </dgm:t>
    </dgm:pt>
    <dgm:pt modelId="{46EF6A44-7473-4294-A671-A639AADAB631}" type="pres">
      <dgm:prSet presAssocID="{E8876188-7474-4F15-A228-3DFF59D3C645}" presName="root" presStyleCnt="0">
        <dgm:presLayoutVars>
          <dgm:dir/>
          <dgm:resizeHandles val="exact"/>
        </dgm:presLayoutVars>
      </dgm:prSet>
      <dgm:spPr/>
    </dgm:pt>
    <dgm:pt modelId="{9CF9D598-F843-4F80-A048-F2A5EA7777E5}" type="pres">
      <dgm:prSet presAssocID="{470F21C5-FE99-4CEF-95BD-A264A4BC87F0}" presName="compNode" presStyleCnt="0"/>
      <dgm:spPr/>
    </dgm:pt>
    <dgm:pt modelId="{08C7DC19-9A90-4867-94B3-99C4A08342F0}" type="pres">
      <dgm:prSet presAssocID="{470F21C5-FE99-4CEF-95BD-A264A4BC87F0}" presName="bgRect" presStyleLbl="bgShp" presStyleIdx="0" presStyleCnt="4"/>
      <dgm:spPr/>
    </dgm:pt>
    <dgm:pt modelId="{4E42EC77-2AA6-4C54-B812-F2413F91AA77}" type="pres">
      <dgm:prSet presAssocID="{470F21C5-FE99-4CEF-95BD-A264A4BC87F0}"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Web Design"/>
        </a:ext>
      </dgm:extLst>
    </dgm:pt>
    <dgm:pt modelId="{E092DEF6-97B2-44FD-B364-0C82EA1AF901}" type="pres">
      <dgm:prSet presAssocID="{470F21C5-FE99-4CEF-95BD-A264A4BC87F0}" presName="spaceRect" presStyleCnt="0"/>
      <dgm:spPr/>
    </dgm:pt>
    <dgm:pt modelId="{1A92FCDB-0A07-4CD6-9B8C-4FD2969E3E49}" type="pres">
      <dgm:prSet presAssocID="{470F21C5-FE99-4CEF-95BD-A264A4BC87F0}" presName="parTx" presStyleLbl="revTx" presStyleIdx="0" presStyleCnt="4">
        <dgm:presLayoutVars>
          <dgm:chMax val="0"/>
          <dgm:chPref val="0"/>
        </dgm:presLayoutVars>
      </dgm:prSet>
      <dgm:spPr/>
    </dgm:pt>
    <dgm:pt modelId="{E105819B-1181-4546-A505-B10C3FE9F099}" type="pres">
      <dgm:prSet presAssocID="{00365C30-0FF3-4354-803D-820C2398E1AF}" presName="sibTrans" presStyleCnt="0"/>
      <dgm:spPr/>
    </dgm:pt>
    <dgm:pt modelId="{54F32018-3AB7-4DDA-B9FE-0901E373B224}" type="pres">
      <dgm:prSet presAssocID="{DF010B11-C058-41CB-A683-76A05FEBD08A}" presName="compNode" presStyleCnt="0"/>
      <dgm:spPr/>
    </dgm:pt>
    <dgm:pt modelId="{67EAB4C4-654C-4CC4-8714-A4A71CA5D237}" type="pres">
      <dgm:prSet presAssocID="{DF010B11-C058-41CB-A683-76A05FEBD08A}" presName="bgRect" presStyleLbl="bgShp" presStyleIdx="1" presStyleCnt="4"/>
      <dgm:spPr/>
    </dgm:pt>
    <dgm:pt modelId="{60408C2C-327C-4B11-9F67-D0FE518C3C1A}" type="pres">
      <dgm:prSet presAssocID="{DF010B11-C058-41CB-A683-76A05FEBD08A}"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ontract"/>
        </a:ext>
      </dgm:extLst>
    </dgm:pt>
    <dgm:pt modelId="{F386BB84-08B5-40B9-A269-E448BDBBADC0}" type="pres">
      <dgm:prSet presAssocID="{DF010B11-C058-41CB-A683-76A05FEBD08A}" presName="spaceRect" presStyleCnt="0"/>
      <dgm:spPr/>
    </dgm:pt>
    <dgm:pt modelId="{0A1E14CA-9C05-49F6-B1E7-A6A946B5B239}" type="pres">
      <dgm:prSet presAssocID="{DF010B11-C058-41CB-A683-76A05FEBD08A}" presName="parTx" presStyleLbl="revTx" presStyleIdx="1" presStyleCnt="4">
        <dgm:presLayoutVars>
          <dgm:chMax val="0"/>
          <dgm:chPref val="0"/>
        </dgm:presLayoutVars>
      </dgm:prSet>
      <dgm:spPr/>
    </dgm:pt>
    <dgm:pt modelId="{0965E702-E2D2-4CF8-86F9-675FD7D3778A}" type="pres">
      <dgm:prSet presAssocID="{2AD55B81-E538-4539-858A-4B7682FA0255}" presName="sibTrans" presStyleCnt="0"/>
      <dgm:spPr/>
    </dgm:pt>
    <dgm:pt modelId="{15B55603-598A-4B35-A99E-BEABF824F7F8}" type="pres">
      <dgm:prSet presAssocID="{8FEDDC06-B8FF-4E02-B74A-7AAFC06DA821}" presName="compNode" presStyleCnt="0"/>
      <dgm:spPr/>
    </dgm:pt>
    <dgm:pt modelId="{68CFBA0A-607B-4BA6-B307-0153224AA437}" type="pres">
      <dgm:prSet presAssocID="{8FEDDC06-B8FF-4E02-B74A-7AAFC06DA821}" presName="bgRect" presStyleLbl="bgShp" presStyleIdx="2" presStyleCnt="4"/>
      <dgm:spPr/>
    </dgm:pt>
    <dgm:pt modelId="{2A0C8C48-84A4-4F00-87ED-BB00221D7AFB}" type="pres">
      <dgm:prSet presAssocID="{8FEDDC06-B8FF-4E02-B74A-7AAFC06DA821}"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Wallet"/>
        </a:ext>
      </dgm:extLst>
    </dgm:pt>
    <dgm:pt modelId="{34A734B1-F282-4AD3-B6E7-A7586C568B17}" type="pres">
      <dgm:prSet presAssocID="{8FEDDC06-B8FF-4E02-B74A-7AAFC06DA821}" presName="spaceRect" presStyleCnt="0"/>
      <dgm:spPr/>
    </dgm:pt>
    <dgm:pt modelId="{50263D2C-3C06-41DC-B7A5-A15910698AE9}" type="pres">
      <dgm:prSet presAssocID="{8FEDDC06-B8FF-4E02-B74A-7AAFC06DA821}" presName="parTx" presStyleLbl="revTx" presStyleIdx="2" presStyleCnt="4">
        <dgm:presLayoutVars>
          <dgm:chMax val="0"/>
          <dgm:chPref val="0"/>
        </dgm:presLayoutVars>
      </dgm:prSet>
      <dgm:spPr/>
    </dgm:pt>
    <dgm:pt modelId="{159738F1-F497-4E21-82F9-ECD7E1330997}" type="pres">
      <dgm:prSet presAssocID="{6346D0D8-BF53-45FD-B556-8CC3E6814315}" presName="sibTrans" presStyleCnt="0"/>
      <dgm:spPr/>
    </dgm:pt>
    <dgm:pt modelId="{50DF59F7-2242-4E13-ADEA-CF0D058F1175}" type="pres">
      <dgm:prSet presAssocID="{6D691534-50CD-4C58-87E9-ABE64CA7167E}" presName="compNode" presStyleCnt="0"/>
      <dgm:spPr/>
    </dgm:pt>
    <dgm:pt modelId="{3F33446C-535E-4123-ADEB-F954B50757C6}" type="pres">
      <dgm:prSet presAssocID="{6D691534-50CD-4C58-87E9-ABE64CA7167E}" presName="bgRect" presStyleLbl="bgShp" presStyleIdx="3" presStyleCnt="4"/>
      <dgm:spPr/>
    </dgm:pt>
    <dgm:pt modelId="{A28C7416-6F15-469E-AA98-BA635F167D8B}" type="pres">
      <dgm:prSet presAssocID="{6D691534-50CD-4C58-87E9-ABE64CA7167E}"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Processor"/>
        </a:ext>
      </dgm:extLst>
    </dgm:pt>
    <dgm:pt modelId="{6C9293DF-DC49-491D-8690-35FEF482654B}" type="pres">
      <dgm:prSet presAssocID="{6D691534-50CD-4C58-87E9-ABE64CA7167E}" presName="spaceRect" presStyleCnt="0"/>
      <dgm:spPr/>
    </dgm:pt>
    <dgm:pt modelId="{04DD31F0-E076-4E71-A79A-BC93365D6504}" type="pres">
      <dgm:prSet presAssocID="{6D691534-50CD-4C58-87E9-ABE64CA7167E}" presName="parTx" presStyleLbl="revTx" presStyleIdx="3" presStyleCnt="4">
        <dgm:presLayoutVars>
          <dgm:chMax val="0"/>
          <dgm:chPref val="0"/>
        </dgm:presLayoutVars>
      </dgm:prSet>
      <dgm:spPr/>
    </dgm:pt>
  </dgm:ptLst>
  <dgm:cxnLst>
    <dgm:cxn modelId="{5DBB1E3B-9554-4DA1-B7C3-587CFC4EC581}" type="presOf" srcId="{8FEDDC06-B8FF-4E02-B74A-7AAFC06DA821}" destId="{50263D2C-3C06-41DC-B7A5-A15910698AE9}" srcOrd="0" destOrd="0" presId="urn:microsoft.com/office/officeart/2018/2/layout/IconVerticalSolidList"/>
    <dgm:cxn modelId="{5FBE5F60-0879-4A59-A7A9-12C96B6AB180}" srcId="{E8876188-7474-4F15-A228-3DFF59D3C645}" destId="{6D691534-50CD-4C58-87E9-ABE64CA7167E}" srcOrd="3" destOrd="0" parTransId="{20D5233B-F77A-424A-BD7A-084DC9BBEEE7}" sibTransId="{24BEB008-36E9-46D2-9761-F1CE3D1D3523}"/>
    <dgm:cxn modelId="{2B787D64-4B04-4C86-A84F-417DEBFA897F}" type="presOf" srcId="{6D691534-50CD-4C58-87E9-ABE64CA7167E}" destId="{04DD31F0-E076-4E71-A79A-BC93365D6504}" srcOrd="0" destOrd="0" presId="urn:microsoft.com/office/officeart/2018/2/layout/IconVerticalSolidList"/>
    <dgm:cxn modelId="{66D8BA44-A2EA-4707-BD72-E51772728D1B}" type="presOf" srcId="{470F21C5-FE99-4CEF-95BD-A264A4BC87F0}" destId="{1A92FCDB-0A07-4CD6-9B8C-4FD2969E3E49}" srcOrd="0" destOrd="0" presId="urn:microsoft.com/office/officeart/2018/2/layout/IconVerticalSolidList"/>
    <dgm:cxn modelId="{30A0C651-796D-4BFF-BEA2-8ECC99898BA6}" srcId="{E8876188-7474-4F15-A228-3DFF59D3C645}" destId="{DF010B11-C058-41CB-A683-76A05FEBD08A}" srcOrd="1" destOrd="0" parTransId="{F698DD8E-4EF6-4C9A-AC40-B8B91B96B34B}" sibTransId="{2AD55B81-E538-4539-858A-4B7682FA0255}"/>
    <dgm:cxn modelId="{4919DF89-602E-4A3E-9231-013FB97665A2}" srcId="{E8876188-7474-4F15-A228-3DFF59D3C645}" destId="{470F21C5-FE99-4CEF-95BD-A264A4BC87F0}" srcOrd="0" destOrd="0" parTransId="{5B1BA2B2-307B-4D65-B2FE-169FCB506B0B}" sibTransId="{00365C30-0FF3-4354-803D-820C2398E1AF}"/>
    <dgm:cxn modelId="{55C907B4-296E-4A1B-ABC1-4F08D5417802}" type="presOf" srcId="{E8876188-7474-4F15-A228-3DFF59D3C645}" destId="{46EF6A44-7473-4294-A671-A639AADAB631}" srcOrd="0" destOrd="0" presId="urn:microsoft.com/office/officeart/2018/2/layout/IconVerticalSolidList"/>
    <dgm:cxn modelId="{276687C6-EC66-427F-A74F-5723D8482123}" type="presOf" srcId="{DF010B11-C058-41CB-A683-76A05FEBD08A}" destId="{0A1E14CA-9C05-49F6-B1E7-A6A946B5B239}" srcOrd="0" destOrd="0" presId="urn:microsoft.com/office/officeart/2018/2/layout/IconVerticalSolidList"/>
    <dgm:cxn modelId="{5633FBEB-D6E7-4FE0-A8C0-1B9CC515F8D6}" srcId="{E8876188-7474-4F15-A228-3DFF59D3C645}" destId="{8FEDDC06-B8FF-4E02-B74A-7AAFC06DA821}" srcOrd="2" destOrd="0" parTransId="{AF66DC38-FAA0-4C1F-A7E0-BD494FA986B0}" sibTransId="{6346D0D8-BF53-45FD-B556-8CC3E6814315}"/>
    <dgm:cxn modelId="{1B5FE0B3-8C47-48D8-AF3D-BC8E72466498}" type="presParOf" srcId="{46EF6A44-7473-4294-A671-A639AADAB631}" destId="{9CF9D598-F843-4F80-A048-F2A5EA7777E5}" srcOrd="0" destOrd="0" presId="urn:microsoft.com/office/officeart/2018/2/layout/IconVerticalSolidList"/>
    <dgm:cxn modelId="{7403A6BC-0C18-449F-9B08-C2F046AB4B9E}" type="presParOf" srcId="{9CF9D598-F843-4F80-A048-F2A5EA7777E5}" destId="{08C7DC19-9A90-4867-94B3-99C4A08342F0}" srcOrd="0" destOrd="0" presId="urn:microsoft.com/office/officeart/2018/2/layout/IconVerticalSolidList"/>
    <dgm:cxn modelId="{B2898A2C-3571-4DEC-AFD4-C2932DDD41FE}" type="presParOf" srcId="{9CF9D598-F843-4F80-A048-F2A5EA7777E5}" destId="{4E42EC77-2AA6-4C54-B812-F2413F91AA77}" srcOrd="1" destOrd="0" presId="urn:microsoft.com/office/officeart/2018/2/layout/IconVerticalSolidList"/>
    <dgm:cxn modelId="{B2204AE9-C4E5-44B1-A977-45F6F2B94C7D}" type="presParOf" srcId="{9CF9D598-F843-4F80-A048-F2A5EA7777E5}" destId="{E092DEF6-97B2-44FD-B364-0C82EA1AF901}" srcOrd="2" destOrd="0" presId="urn:microsoft.com/office/officeart/2018/2/layout/IconVerticalSolidList"/>
    <dgm:cxn modelId="{D5B960B1-DAD7-416C-B558-E61CDD174989}" type="presParOf" srcId="{9CF9D598-F843-4F80-A048-F2A5EA7777E5}" destId="{1A92FCDB-0A07-4CD6-9B8C-4FD2969E3E49}" srcOrd="3" destOrd="0" presId="urn:microsoft.com/office/officeart/2018/2/layout/IconVerticalSolidList"/>
    <dgm:cxn modelId="{B53BB819-AF79-4FBF-A85A-4D43E69B7E8D}" type="presParOf" srcId="{46EF6A44-7473-4294-A671-A639AADAB631}" destId="{E105819B-1181-4546-A505-B10C3FE9F099}" srcOrd="1" destOrd="0" presId="urn:microsoft.com/office/officeart/2018/2/layout/IconVerticalSolidList"/>
    <dgm:cxn modelId="{0CE881E2-465E-474A-81A1-2B3C2BF96241}" type="presParOf" srcId="{46EF6A44-7473-4294-A671-A639AADAB631}" destId="{54F32018-3AB7-4DDA-B9FE-0901E373B224}" srcOrd="2" destOrd="0" presId="urn:microsoft.com/office/officeart/2018/2/layout/IconVerticalSolidList"/>
    <dgm:cxn modelId="{B00D1913-6C4D-427F-9E9A-8D5FD8B1F2E5}" type="presParOf" srcId="{54F32018-3AB7-4DDA-B9FE-0901E373B224}" destId="{67EAB4C4-654C-4CC4-8714-A4A71CA5D237}" srcOrd="0" destOrd="0" presId="urn:microsoft.com/office/officeart/2018/2/layout/IconVerticalSolidList"/>
    <dgm:cxn modelId="{501A0A03-1615-421C-8168-D0380D0EB90F}" type="presParOf" srcId="{54F32018-3AB7-4DDA-B9FE-0901E373B224}" destId="{60408C2C-327C-4B11-9F67-D0FE518C3C1A}" srcOrd="1" destOrd="0" presId="urn:microsoft.com/office/officeart/2018/2/layout/IconVerticalSolidList"/>
    <dgm:cxn modelId="{8EB43B4D-2316-4E94-B8BA-8959F8B634D0}" type="presParOf" srcId="{54F32018-3AB7-4DDA-B9FE-0901E373B224}" destId="{F386BB84-08B5-40B9-A269-E448BDBBADC0}" srcOrd="2" destOrd="0" presId="urn:microsoft.com/office/officeart/2018/2/layout/IconVerticalSolidList"/>
    <dgm:cxn modelId="{64209DEA-4FC8-4226-9262-301807BDB62D}" type="presParOf" srcId="{54F32018-3AB7-4DDA-B9FE-0901E373B224}" destId="{0A1E14CA-9C05-49F6-B1E7-A6A946B5B239}" srcOrd="3" destOrd="0" presId="urn:microsoft.com/office/officeart/2018/2/layout/IconVerticalSolidList"/>
    <dgm:cxn modelId="{946D9854-29B8-481D-B059-4D8106A50789}" type="presParOf" srcId="{46EF6A44-7473-4294-A671-A639AADAB631}" destId="{0965E702-E2D2-4CF8-86F9-675FD7D3778A}" srcOrd="3" destOrd="0" presId="urn:microsoft.com/office/officeart/2018/2/layout/IconVerticalSolidList"/>
    <dgm:cxn modelId="{5F5775DE-391B-4D6C-8723-4A0D23111EEC}" type="presParOf" srcId="{46EF6A44-7473-4294-A671-A639AADAB631}" destId="{15B55603-598A-4B35-A99E-BEABF824F7F8}" srcOrd="4" destOrd="0" presId="urn:microsoft.com/office/officeart/2018/2/layout/IconVerticalSolidList"/>
    <dgm:cxn modelId="{4CE731FC-309C-41D1-B68E-2D9A1F9D8F2C}" type="presParOf" srcId="{15B55603-598A-4B35-A99E-BEABF824F7F8}" destId="{68CFBA0A-607B-4BA6-B307-0153224AA437}" srcOrd="0" destOrd="0" presId="urn:microsoft.com/office/officeart/2018/2/layout/IconVerticalSolidList"/>
    <dgm:cxn modelId="{F7033881-2E48-4479-AACC-A7C406C4584C}" type="presParOf" srcId="{15B55603-598A-4B35-A99E-BEABF824F7F8}" destId="{2A0C8C48-84A4-4F00-87ED-BB00221D7AFB}" srcOrd="1" destOrd="0" presId="urn:microsoft.com/office/officeart/2018/2/layout/IconVerticalSolidList"/>
    <dgm:cxn modelId="{773625E8-F2A2-4FCE-89F4-2532E6396FE1}" type="presParOf" srcId="{15B55603-598A-4B35-A99E-BEABF824F7F8}" destId="{34A734B1-F282-4AD3-B6E7-A7586C568B17}" srcOrd="2" destOrd="0" presId="urn:microsoft.com/office/officeart/2018/2/layout/IconVerticalSolidList"/>
    <dgm:cxn modelId="{ECEF53E3-B0ED-4237-8B45-37EFD00AE151}" type="presParOf" srcId="{15B55603-598A-4B35-A99E-BEABF824F7F8}" destId="{50263D2C-3C06-41DC-B7A5-A15910698AE9}" srcOrd="3" destOrd="0" presId="urn:microsoft.com/office/officeart/2018/2/layout/IconVerticalSolidList"/>
    <dgm:cxn modelId="{71120EFE-631B-445C-B739-C5A11E9E28C1}" type="presParOf" srcId="{46EF6A44-7473-4294-A671-A639AADAB631}" destId="{159738F1-F497-4E21-82F9-ECD7E1330997}" srcOrd="5" destOrd="0" presId="urn:microsoft.com/office/officeart/2018/2/layout/IconVerticalSolidList"/>
    <dgm:cxn modelId="{A23BAC8F-176A-48BA-9048-8F46DAFFF887}" type="presParOf" srcId="{46EF6A44-7473-4294-A671-A639AADAB631}" destId="{50DF59F7-2242-4E13-ADEA-CF0D058F1175}" srcOrd="6" destOrd="0" presId="urn:microsoft.com/office/officeart/2018/2/layout/IconVerticalSolidList"/>
    <dgm:cxn modelId="{03C6FC5D-1A7D-4E6F-B215-4E5A24057FCA}" type="presParOf" srcId="{50DF59F7-2242-4E13-ADEA-CF0D058F1175}" destId="{3F33446C-535E-4123-ADEB-F954B50757C6}" srcOrd="0" destOrd="0" presId="urn:microsoft.com/office/officeart/2018/2/layout/IconVerticalSolidList"/>
    <dgm:cxn modelId="{D1C9675E-D5D5-4B6B-9B15-BFE492EC56EB}" type="presParOf" srcId="{50DF59F7-2242-4E13-ADEA-CF0D058F1175}" destId="{A28C7416-6F15-469E-AA98-BA635F167D8B}" srcOrd="1" destOrd="0" presId="urn:microsoft.com/office/officeart/2018/2/layout/IconVerticalSolidList"/>
    <dgm:cxn modelId="{26FD8FB5-2AA0-4323-9195-6E7284014392}" type="presParOf" srcId="{50DF59F7-2242-4E13-ADEA-CF0D058F1175}" destId="{6C9293DF-DC49-491D-8690-35FEF482654B}" srcOrd="2" destOrd="0" presId="urn:microsoft.com/office/officeart/2018/2/layout/IconVerticalSolidList"/>
    <dgm:cxn modelId="{83BC242A-0072-483E-B5AF-F01298070908}" type="presParOf" srcId="{50DF59F7-2242-4E13-ADEA-CF0D058F1175}" destId="{04DD31F0-E076-4E71-A79A-BC93365D6504}" srcOrd="3" destOrd="0" presId="urn:microsoft.com/office/officeart/2018/2/layout/IconVerticalSolidList"/>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1B27AC18-745B-463E-972E-7FEF37D497E7}" type="doc">
      <dgm:prSet loTypeId="urn:microsoft.com/office/officeart/2005/8/layout/default" loCatId="list" qsTypeId="urn:microsoft.com/office/officeart/2005/8/quickstyle/simple1" qsCatId="simple" csTypeId="urn:microsoft.com/office/officeart/2005/8/colors/colorful1" csCatId="colorful"/>
      <dgm:spPr/>
      <dgm:t>
        <a:bodyPr/>
        <a:lstStyle/>
        <a:p>
          <a:endParaRPr lang="en-US"/>
        </a:p>
      </dgm:t>
    </dgm:pt>
    <dgm:pt modelId="{E1BDE335-9130-43FB-8A98-0908E371FD30}">
      <dgm:prSet/>
      <dgm:spPr/>
      <dgm:t>
        <a:bodyPr/>
        <a:lstStyle/>
        <a:p>
          <a:r>
            <a:rPr lang="en-US"/>
            <a:t>The contract acts like the app's rulebook:</a:t>
          </a:r>
        </a:p>
      </dgm:t>
    </dgm:pt>
    <dgm:pt modelId="{095107BA-0DC8-43A3-B511-04E86DEFBA80}" type="parTrans" cxnId="{DC60E95D-0BC7-493F-8EB2-BCD5F5F91560}">
      <dgm:prSet/>
      <dgm:spPr/>
      <dgm:t>
        <a:bodyPr/>
        <a:lstStyle/>
        <a:p>
          <a:endParaRPr lang="en-US"/>
        </a:p>
      </dgm:t>
    </dgm:pt>
    <dgm:pt modelId="{8315C1C8-AA79-49B9-A005-E5AF7728F10A}" type="sibTrans" cxnId="{DC60E95D-0BC7-493F-8EB2-BCD5F5F91560}">
      <dgm:prSet/>
      <dgm:spPr/>
      <dgm:t>
        <a:bodyPr/>
        <a:lstStyle/>
        <a:p>
          <a:endParaRPr lang="en-US"/>
        </a:p>
      </dgm:t>
    </dgm:pt>
    <dgm:pt modelId="{53BF80F9-0CE6-41D8-B41B-5C9F8C97E5E8}">
      <dgm:prSet/>
      <dgm:spPr/>
      <dgm:t>
        <a:bodyPr/>
        <a:lstStyle/>
        <a:p>
          <a:r>
            <a:rPr lang="en-US"/>
            <a:t>Start campaigns</a:t>
          </a:r>
        </a:p>
      </dgm:t>
    </dgm:pt>
    <dgm:pt modelId="{F446E1CD-9087-4F6D-8C40-2C695B83D7F5}" type="parTrans" cxnId="{9DF0269C-C8F9-40D8-B783-806EDFD92F2D}">
      <dgm:prSet/>
      <dgm:spPr/>
      <dgm:t>
        <a:bodyPr/>
        <a:lstStyle/>
        <a:p>
          <a:endParaRPr lang="en-US"/>
        </a:p>
      </dgm:t>
    </dgm:pt>
    <dgm:pt modelId="{CDCFBE7F-7DB0-473B-B951-4747F53DBFF8}" type="sibTrans" cxnId="{9DF0269C-C8F9-40D8-B783-806EDFD92F2D}">
      <dgm:prSet/>
      <dgm:spPr/>
      <dgm:t>
        <a:bodyPr/>
        <a:lstStyle/>
        <a:p>
          <a:endParaRPr lang="en-US"/>
        </a:p>
      </dgm:t>
    </dgm:pt>
    <dgm:pt modelId="{8F2C36B2-9928-47FA-86C4-F11D550703BA}">
      <dgm:prSet/>
      <dgm:spPr/>
      <dgm:t>
        <a:bodyPr/>
        <a:lstStyle/>
        <a:p>
          <a:r>
            <a:rPr lang="en-US"/>
            <a:t>Accept donations</a:t>
          </a:r>
        </a:p>
      </dgm:t>
    </dgm:pt>
    <dgm:pt modelId="{63DBB621-64A6-4B34-8A6E-84E2CEE286F8}" type="parTrans" cxnId="{0E1D8744-FF59-42FF-8932-DA35F868B7E3}">
      <dgm:prSet/>
      <dgm:spPr/>
      <dgm:t>
        <a:bodyPr/>
        <a:lstStyle/>
        <a:p>
          <a:endParaRPr lang="en-US"/>
        </a:p>
      </dgm:t>
    </dgm:pt>
    <dgm:pt modelId="{42808AF9-8085-407D-B6F9-762192907E69}" type="sibTrans" cxnId="{0E1D8744-FF59-42FF-8932-DA35F868B7E3}">
      <dgm:prSet/>
      <dgm:spPr/>
      <dgm:t>
        <a:bodyPr/>
        <a:lstStyle/>
        <a:p>
          <a:endParaRPr lang="en-US"/>
        </a:p>
      </dgm:t>
    </dgm:pt>
    <dgm:pt modelId="{FC6594A7-C4CC-420B-9D0F-22830B182B40}">
      <dgm:prSet/>
      <dgm:spPr/>
      <dgm:t>
        <a:bodyPr/>
        <a:lstStyle/>
        <a:p>
          <a:r>
            <a:rPr lang="en-US"/>
            <a:t>Release funds to campaign owners</a:t>
          </a:r>
        </a:p>
      </dgm:t>
    </dgm:pt>
    <dgm:pt modelId="{42CCAA99-5229-4BB4-8DD3-B144E2D9CB70}" type="parTrans" cxnId="{575ABF5F-B903-4AD5-9965-F4C6A02851F2}">
      <dgm:prSet/>
      <dgm:spPr/>
      <dgm:t>
        <a:bodyPr/>
        <a:lstStyle/>
        <a:p>
          <a:endParaRPr lang="en-US"/>
        </a:p>
      </dgm:t>
    </dgm:pt>
    <dgm:pt modelId="{CF39F692-E999-4D82-B618-4E3D6BF389AA}" type="sibTrans" cxnId="{575ABF5F-B903-4AD5-9965-F4C6A02851F2}">
      <dgm:prSet/>
      <dgm:spPr/>
      <dgm:t>
        <a:bodyPr/>
        <a:lstStyle/>
        <a:p>
          <a:endParaRPr lang="en-US"/>
        </a:p>
      </dgm:t>
    </dgm:pt>
    <dgm:pt modelId="{CE489F57-0265-4629-9A7F-A30AFF18F189}">
      <dgm:prSet/>
      <dgm:spPr/>
      <dgm:t>
        <a:bodyPr/>
        <a:lstStyle/>
        <a:p>
          <a:r>
            <a:rPr lang="en-US"/>
            <a:t>Allow admin moderation when needed</a:t>
          </a:r>
        </a:p>
      </dgm:t>
    </dgm:pt>
    <dgm:pt modelId="{771489D9-90D8-4885-AB8F-84108F0095F7}" type="parTrans" cxnId="{7FE67FD7-E9B8-4DAF-B83F-259D1957BC6B}">
      <dgm:prSet/>
      <dgm:spPr/>
      <dgm:t>
        <a:bodyPr/>
        <a:lstStyle/>
        <a:p>
          <a:endParaRPr lang="en-US"/>
        </a:p>
      </dgm:t>
    </dgm:pt>
    <dgm:pt modelId="{6D1D71FD-4A33-4785-A8B7-42D0A8AC2CCA}" type="sibTrans" cxnId="{7FE67FD7-E9B8-4DAF-B83F-259D1957BC6B}">
      <dgm:prSet/>
      <dgm:spPr/>
      <dgm:t>
        <a:bodyPr/>
        <a:lstStyle/>
        <a:p>
          <a:endParaRPr lang="en-US"/>
        </a:p>
      </dgm:t>
    </dgm:pt>
    <dgm:pt modelId="{4BB80D10-283D-4D6D-863A-2C385FAD148A}">
      <dgm:prSet/>
      <dgm:spPr/>
      <dgm:t>
        <a:bodyPr/>
        <a:lstStyle/>
        <a:p>
          <a:r>
            <a:rPr lang="en-US"/>
            <a:t>Built-in checks help keep fund handling safe and traceable</a:t>
          </a:r>
        </a:p>
      </dgm:t>
    </dgm:pt>
    <dgm:pt modelId="{D5EBCB24-FAEE-4F7F-9C0E-D6EA53843097}" type="parTrans" cxnId="{57FEE7F1-80E4-4EE4-A874-3D50EFAEA86E}">
      <dgm:prSet/>
      <dgm:spPr/>
      <dgm:t>
        <a:bodyPr/>
        <a:lstStyle/>
        <a:p>
          <a:endParaRPr lang="en-US"/>
        </a:p>
      </dgm:t>
    </dgm:pt>
    <dgm:pt modelId="{DEF16F26-A978-4619-B9D4-EB24FC4E80FC}" type="sibTrans" cxnId="{57FEE7F1-80E4-4EE4-A874-3D50EFAEA86E}">
      <dgm:prSet/>
      <dgm:spPr/>
      <dgm:t>
        <a:bodyPr/>
        <a:lstStyle/>
        <a:p>
          <a:endParaRPr lang="en-US"/>
        </a:p>
      </dgm:t>
    </dgm:pt>
    <dgm:pt modelId="{5BE9945A-C3F4-4F64-B573-B9DABC0F8F09}" type="pres">
      <dgm:prSet presAssocID="{1B27AC18-745B-463E-972E-7FEF37D497E7}" presName="diagram" presStyleCnt="0">
        <dgm:presLayoutVars>
          <dgm:dir/>
          <dgm:resizeHandles val="exact"/>
        </dgm:presLayoutVars>
      </dgm:prSet>
      <dgm:spPr/>
    </dgm:pt>
    <dgm:pt modelId="{F2128000-A5F5-454A-8E9D-6D0256306500}" type="pres">
      <dgm:prSet presAssocID="{E1BDE335-9130-43FB-8A98-0908E371FD30}" presName="node" presStyleLbl="node1" presStyleIdx="0" presStyleCnt="6">
        <dgm:presLayoutVars>
          <dgm:bulletEnabled val="1"/>
        </dgm:presLayoutVars>
      </dgm:prSet>
      <dgm:spPr/>
    </dgm:pt>
    <dgm:pt modelId="{56EC4ECB-30E5-436B-BD2B-00DD3A1DCBDC}" type="pres">
      <dgm:prSet presAssocID="{8315C1C8-AA79-49B9-A005-E5AF7728F10A}" presName="sibTrans" presStyleCnt="0"/>
      <dgm:spPr/>
    </dgm:pt>
    <dgm:pt modelId="{A8C7D347-46D1-45D7-9F3D-8F298C4F16FE}" type="pres">
      <dgm:prSet presAssocID="{53BF80F9-0CE6-41D8-B41B-5C9F8C97E5E8}" presName="node" presStyleLbl="node1" presStyleIdx="1" presStyleCnt="6">
        <dgm:presLayoutVars>
          <dgm:bulletEnabled val="1"/>
        </dgm:presLayoutVars>
      </dgm:prSet>
      <dgm:spPr/>
    </dgm:pt>
    <dgm:pt modelId="{EF4A874B-406D-4D73-8A9A-4E4C3BE0A880}" type="pres">
      <dgm:prSet presAssocID="{CDCFBE7F-7DB0-473B-B951-4747F53DBFF8}" presName="sibTrans" presStyleCnt="0"/>
      <dgm:spPr/>
    </dgm:pt>
    <dgm:pt modelId="{D986DF5F-34E9-4F76-8F96-9A20F8E88A09}" type="pres">
      <dgm:prSet presAssocID="{8F2C36B2-9928-47FA-86C4-F11D550703BA}" presName="node" presStyleLbl="node1" presStyleIdx="2" presStyleCnt="6">
        <dgm:presLayoutVars>
          <dgm:bulletEnabled val="1"/>
        </dgm:presLayoutVars>
      </dgm:prSet>
      <dgm:spPr/>
    </dgm:pt>
    <dgm:pt modelId="{238FC2C4-BB8A-4F68-8DD4-EBDF8ED929E1}" type="pres">
      <dgm:prSet presAssocID="{42808AF9-8085-407D-B6F9-762192907E69}" presName="sibTrans" presStyleCnt="0"/>
      <dgm:spPr/>
    </dgm:pt>
    <dgm:pt modelId="{24E3E45B-2385-478B-A4B3-56E815D580A8}" type="pres">
      <dgm:prSet presAssocID="{FC6594A7-C4CC-420B-9D0F-22830B182B40}" presName="node" presStyleLbl="node1" presStyleIdx="3" presStyleCnt="6">
        <dgm:presLayoutVars>
          <dgm:bulletEnabled val="1"/>
        </dgm:presLayoutVars>
      </dgm:prSet>
      <dgm:spPr/>
    </dgm:pt>
    <dgm:pt modelId="{BF693122-BBE1-4FDA-8215-404D778FAA96}" type="pres">
      <dgm:prSet presAssocID="{CF39F692-E999-4D82-B618-4E3D6BF389AA}" presName="sibTrans" presStyleCnt="0"/>
      <dgm:spPr/>
    </dgm:pt>
    <dgm:pt modelId="{5B2DB5DF-BEBB-4D90-9BAB-70865289F054}" type="pres">
      <dgm:prSet presAssocID="{CE489F57-0265-4629-9A7F-A30AFF18F189}" presName="node" presStyleLbl="node1" presStyleIdx="4" presStyleCnt="6">
        <dgm:presLayoutVars>
          <dgm:bulletEnabled val="1"/>
        </dgm:presLayoutVars>
      </dgm:prSet>
      <dgm:spPr/>
    </dgm:pt>
    <dgm:pt modelId="{F02CDBDE-B3D4-4D2A-9748-567AA087DB13}" type="pres">
      <dgm:prSet presAssocID="{6D1D71FD-4A33-4785-A8B7-42D0A8AC2CCA}" presName="sibTrans" presStyleCnt="0"/>
      <dgm:spPr/>
    </dgm:pt>
    <dgm:pt modelId="{820DECCB-A221-493B-AB63-08AF02FD810F}" type="pres">
      <dgm:prSet presAssocID="{4BB80D10-283D-4D6D-863A-2C385FAD148A}" presName="node" presStyleLbl="node1" presStyleIdx="5" presStyleCnt="6">
        <dgm:presLayoutVars>
          <dgm:bulletEnabled val="1"/>
        </dgm:presLayoutVars>
      </dgm:prSet>
      <dgm:spPr/>
    </dgm:pt>
  </dgm:ptLst>
  <dgm:cxnLst>
    <dgm:cxn modelId="{2ED4F013-FFE3-4872-A57F-AC61F6273406}" type="presOf" srcId="{FC6594A7-C4CC-420B-9D0F-22830B182B40}" destId="{24E3E45B-2385-478B-A4B3-56E815D580A8}" srcOrd="0" destOrd="0" presId="urn:microsoft.com/office/officeart/2005/8/layout/default"/>
    <dgm:cxn modelId="{DC60E95D-0BC7-493F-8EB2-BCD5F5F91560}" srcId="{1B27AC18-745B-463E-972E-7FEF37D497E7}" destId="{E1BDE335-9130-43FB-8A98-0908E371FD30}" srcOrd="0" destOrd="0" parTransId="{095107BA-0DC8-43A3-B511-04E86DEFBA80}" sibTransId="{8315C1C8-AA79-49B9-A005-E5AF7728F10A}"/>
    <dgm:cxn modelId="{575ABF5F-B903-4AD5-9965-F4C6A02851F2}" srcId="{1B27AC18-745B-463E-972E-7FEF37D497E7}" destId="{FC6594A7-C4CC-420B-9D0F-22830B182B40}" srcOrd="3" destOrd="0" parTransId="{42CCAA99-5229-4BB4-8DD3-B144E2D9CB70}" sibTransId="{CF39F692-E999-4D82-B618-4E3D6BF389AA}"/>
    <dgm:cxn modelId="{0E1D8744-FF59-42FF-8932-DA35F868B7E3}" srcId="{1B27AC18-745B-463E-972E-7FEF37D497E7}" destId="{8F2C36B2-9928-47FA-86C4-F11D550703BA}" srcOrd="2" destOrd="0" parTransId="{63DBB621-64A6-4B34-8A6E-84E2CEE286F8}" sibTransId="{42808AF9-8085-407D-B6F9-762192907E69}"/>
    <dgm:cxn modelId="{B7A70448-BEBD-4C07-93B3-66AFE6429349}" type="presOf" srcId="{4BB80D10-283D-4D6D-863A-2C385FAD148A}" destId="{820DECCB-A221-493B-AB63-08AF02FD810F}" srcOrd="0" destOrd="0" presId="urn:microsoft.com/office/officeart/2005/8/layout/default"/>
    <dgm:cxn modelId="{05B1A64B-1166-45D2-9246-818D1C13EC31}" type="presOf" srcId="{1B27AC18-745B-463E-972E-7FEF37D497E7}" destId="{5BE9945A-C3F4-4F64-B573-B9DABC0F8F09}" srcOrd="0" destOrd="0" presId="urn:microsoft.com/office/officeart/2005/8/layout/default"/>
    <dgm:cxn modelId="{39C9B256-B5C3-4602-A3C4-DE81E9E2D169}" type="presOf" srcId="{CE489F57-0265-4629-9A7F-A30AFF18F189}" destId="{5B2DB5DF-BEBB-4D90-9BAB-70865289F054}" srcOrd="0" destOrd="0" presId="urn:microsoft.com/office/officeart/2005/8/layout/default"/>
    <dgm:cxn modelId="{00876289-EF6E-4BCA-93DD-DBE42B0022D5}" type="presOf" srcId="{E1BDE335-9130-43FB-8A98-0908E371FD30}" destId="{F2128000-A5F5-454A-8E9D-6D0256306500}" srcOrd="0" destOrd="0" presId="urn:microsoft.com/office/officeart/2005/8/layout/default"/>
    <dgm:cxn modelId="{9DF0269C-C8F9-40D8-B783-806EDFD92F2D}" srcId="{1B27AC18-745B-463E-972E-7FEF37D497E7}" destId="{53BF80F9-0CE6-41D8-B41B-5C9F8C97E5E8}" srcOrd="1" destOrd="0" parTransId="{F446E1CD-9087-4F6D-8C40-2C695B83D7F5}" sibTransId="{CDCFBE7F-7DB0-473B-B951-4747F53DBFF8}"/>
    <dgm:cxn modelId="{EDD778C7-C1F5-4E74-A54C-41D5F20B3F14}" type="presOf" srcId="{53BF80F9-0CE6-41D8-B41B-5C9F8C97E5E8}" destId="{A8C7D347-46D1-45D7-9F3D-8F298C4F16FE}" srcOrd="0" destOrd="0" presId="urn:microsoft.com/office/officeart/2005/8/layout/default"/>
    <dgm:cxn modelId="{7FE67FD7-E9B8-4DAF-B83F-259D1957BC6B}" srcId="{1B27AC18-745B-463E-972E-7FEF37D497E7}" destId="{CE489F57-0265-4629-9A7F-A30AFF18F189}" srcOrd="4" destOrd="0" parTransId="{771489D9-90D8-4885-AB8F-84108F0095F7}" sibTransId="{6D1D71FD-4A33-4785-A8B7-42D0A8AC2CCA}"/>
    <dgm:cxn modelId="{27B404E5-B2A1-404B-8A4D-F4A07A02FDBF}" type="presOf" srcId="{8F2C36B2-9928-47FA-86C4-F11D550703BA}" destId="{D986DF5F-34E9-4F76-8F96-9A20F8E88A09}" srcOrd="0" destOrd="0" presId="urn:microsoft.com/office/officeart/2005/8/layout/default"/>
    <dgm:cxn modelId="{57FEE7F1-80E4-4EE4-A874-3D50EFAEA86E}" srcId="{1B27AC18-745B-463E-972E-7FEF37D497E7}" destId="{4BB80D10-283D-4D6D-863A-2C385FAD148A}" srcOrd="5" destOrd="0" parTransId="{D5EBCB24-FAEE-4F7F-9C0E-D6EA53843097}" sibTransId="{DEF16F26-A978-4619-B9D4-EB24FC4E80FC}"/>
    <dgm:cxn modelId="{70084398-B073-45A8-B9E2-4488ADDD81CF}" type="presParOf" srcId="{5BE9945A-C3F4-4F64-B573-B9DABC0F8F09}" destId="{F2128000-A5F5-454A-8E9D-6D0256306500}" srcOrd="0" destOrd="0" presId="urn:microsoft.com/office/officeart/2005/8/layout/default"/>
    <dgm:cxn modelId="{C03C4928-43EE-4944-8CB6-0E9EF1286D90}" type="presParOf" srcId="{5BE9945A-C3F4-4F64-B573-B9DABC0F8F09}" destId="{56EC4ECB-30E5-436B-BD2B-00DD3A1DCBDC}" srcOrd="1" destOrd="0" presId="urn:microsoft.com/office/officeart/2005/8/layout/default"/>
    <dgm:cxn modelId="{BA23EDE7-8C8B-431A-AD70-F010ACBC5EA1}" type="presParOf" srcId="{5BE9945A-C3F4-4F64-B573-B9DABC0F8F09}" destId="{A8C7D347-46D1-45D7-9F3D-8F298C4F16FE}" srcOrd="2" destOrd="0" presId="urn:microsoft.com/office/officeart/2005/8/layout/default"/>
    <dgm:cxn modelId="{63649734-E8AD-4BE7-9F1F-4C6464EF0BEC}" type="presParOf" srcId="{5BE9945A-C3F4-4F64-B573-B9DABC0F8F09}" destId="{EF4A874B-406D-4D73-8A9A-4E4C3BE0A880}" srcOrd="3" destOrd="0" presId="urn:microsoft.com/office/officeart/2005/8/layout/default"/>
    <dgm:cxn modelId="{DA82CC2E-ABF4-4657-A8B1-2C72C8462E13}" type="presParOf" srcId="{5BE9945A-C3F4-4F64-B573-B9DABC0F8F09}" destId="{D986DF5F-34E9-4F76-8F96-9A20F8E88A09}" srcOrd="4" destOrd="0" presId="urn:microsoft.com/office/officeart/2005/8/layout/default"/>
    <dgm:cxn modelId="{410C3C0B-66C6-44EB-83DD-BA7061A36664}" type="presParOf" srcId="{5BE9945A-C3F4-4F64-B573-B9DABC0F8F09}" destId="{238FC2C4-BB8A-4F68-8DD4-EBDF8ED929E1}" srcOrd="5" destOrd="0" presId="urn:microsoft.com/office/officeart/2005/8/layout/default"/>
    <dgm:cxn modelId="{C8F3CD5F-EB29-4EE2-B49C-FA99FB908B62}" type="presParOf" srcId="{5BE9945A-C3F4-4F64-B573-B9DABC0F8F09}" destId="{24E3E45B-2385-478B-A4B3-56E815D580A8}" srcOrd="6" destOrd="0" presId="urn:microsoft.com/office/officeart/2005/8/layout/default"/>
    <dgm:cxn modelId="{388F9A30-94ED-4ECC-A92B-C34C0D5B5A8F}" type="presParOf" srcId="{5BE9945A-C3F4-4F64-B573-B9DABC0F8F09}" destId="{BF693122-BBE1-4FDA-8215-404D778FAA96}" srcOrd="7" destOrd="0" presId="urn:microsoft.com/office/officeart/2005/8/layout/default"/>
    <dgm:cxn modelId="{8DBFD5F7-6706-4B3C-ADBF-1F249CDB4021}" type="presParOf" srcId="{5BE9945A-C3F4-4F64-B573-B9DABC0F8F09}" destId="{5B2DB5DF-BEBB-4D90-9BAB-70865289F054}" srcOrd="8" destOrd="0" presId="urn:microsoft.com/office/officeart/2005/8/layout/default"/>
    <dgm:cxn modelId="{999A281A-1813-42EC-A17C-4F6D9099788B}" type="presParOf" srcId="{5BE9945A-C3F4-4F64-B573-B9DABC0F8F09}" destId="{F02CDBDE-B3D4-4D2A-9748-567AA087DB13}" srcOrd="9" destOrd="0" presId="urn:microsoft.com/office/officeart/2005/8/layout/default"/>
    <dgm:cxn modelId="{7AA9917B-E9D3-4908-8F14-6CFEF0FE265C}" type="presParOf" srcId="{5BE9945A-C3F4-4F64-B573-B9DABC0F8F09}" destId="{820DECCB-A221-493B-AB63-08AF02FD810F}" srcOrd="10" destOrd="0" presId="urn:microsoft.com/office/officeart/2005/8/layout/default"/>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6CA4B91-8396-4746-826F-932A7DBE8D39}" type="doc">
      <dgm:prSet loTypeId="urn:microsoft.com/office/officeart/2016/7/layout/BasicLinearProcessNumbered" loCatId="process" qsTypeId="urn:microsoft.com/office/officeart/2005/8/quickstyle/simple4" qsCatId="simple" csTypeId="urn:microsoft.com/office/officeart/2005/8/colors/colorful2" csCatId="colorful"/>
      <dgm:spPr/>
      <dgm:t>
        <a:bodyPr/>
        <a:lstStyle/>
        <a:p>
          <a:endParaRPr lang="en-US"/>
        </a:p>
      </dgm:t>
    </dgm:pt>
    <dgm:pt modelId="{EDFDA198-4726-407E-8A5D-BD45272AB325}">
      <dgm:prSet/>
      <dgm:spPr/>
      <dgm:t>
        <a:bodyPr/>
        <a:lstStyle/>
        <a:p>
          <a:r>
            <a:rPr lang="en-US"/>
            <a:t>1. Connect wallet</a:t>
          </a:r>
        </a:p>
      </dgm:t>
    </dgm:pt>
    <dgm:pt modelId="{9ECC42D2-2F9D-4778-9DE9-8C708570EAB6}" type="parTrans" cxnId="{6A099AA5-93D1-4D2B-9231-88BAADADB4B6}">
      <dgm:prSet/>
      <dgm:spPr/>
      <dgm:t>
        <a:bodyPr/>
        <a:lstStyle/>
        <a:p>
          <a:endParaRPr lang="en-US"/>
        </a:p>
      </dgm:t>
    </dgm:pt>
    <dgm:pt modelId="{7C94A46E-EBBA-41DE-8D8C-C9236DCC9C3A}" type="sibTrans" cxnId="{6A099AA5-93D1-4D2B-9231-88BAADADB4B6}">
      <dgm:prSet phldrT="1" phldr="0"/>
      <dgm:spPr/>
      <dgm:t>
        <a:bodyPr/>
        <a:lstStyle/>
        <a:p>
          <a:r>
            <a:rPr lang="en-US"/>
            <a:t>1</a:t>
          </a:r>
        </a:p>
      </dgm:t>
    </dgm:pt>
    <dgm:pt modelId="{A9625697-6589-4B56-B8A6-EB8E08EAB22C}">
      <dgm:prSet/>
      <dgm:spPr/>
      <dgm:t>
        <a:bodyPr/>
        <a:lstStyle/>
        <a:p>
          <a:r>
            <a:rPr lang="en-US"/>
            <a:t>2. Browse active campaigns</a:t>
          </a:r>
        </a:p>
      </dgm:t>
    </dgm:pt>
    <dgm:pt modelId="{922E1DA1-C929-4011-8FD5-60879BAED852}" type="parTrans" cxnId="{FFC4E0CE-0EBF-4144-98E7-A9B32D161679}">
      <dgm:prSet/>
      <dgm:spPr/>
      <dgm:t>
        <a:bodyPr/>
        <a:lstStyle/>
        <a:p>
          <a:endParaRPr lang="en-US"/>
        </a:p>
      </dgm:t>
    </dgm:pt>
    <dgm:pt modelId="{12A13F8B-CD2D-492A-84E9-1B1935849752}" type="sibTrans" cxnId="{FFC4E0CE-0EBF-4144-98E7-A9B32D161679}">
      <dgm:prSet phldrT="2" phldr="0"/>
      <dgm:spPr/>
      <dgm:t>
        <a:bodyPr/>
        <a:lstStyle/>
        <a:p>
          <a:r>
            <a:rPr lang="en-US"/>
            <a:t>2</a:t>
          </a:r>
        </a:p>
      </dgm:t>
    </dgm:pt>
    <dgm:pt modelId="{53F50E4D-7133-4AA5-93E3-14C62CEFC12F}">
      <dgm:prSet/>
      <dgm:spPr/>
      <dgm:t>
        <a:bodyPr/>
        <a:lstStyle/>
        <a:p>
          <a:r>
            <a:rPr lang="en-US"/>
            <a:t>3. Choose a cause and donate</a:t>
          </a:r>
        </a:p>
      </dgm:t>
    </dgm:pt>
    <dgm:pt modelId="{69A09EF7-A1F6-4E01-BACE-9437FA965DD1}" type="parTrans" cxnId="{1295F091-6197-4E10-AC04-09D8C1FE5D67}">
      <dgm:prSet/>
      <dgm:spPr/>
      <dgm:t>
        <a:bodyPr/>
        <a:lstStyle/>
        <a:p>
          <a:endParaRPr lang="en-US"/>
        </a:p>
      </dgm:t>
    </dgm:pt>
    <dgm:pt modelId="{6A20E52A-A14B-4F47-B2D5-1B9851E4DB4F}" type="sibTrans" cxnId="{1295F091-6197-4E10-AC04-09D8C1FE5D67}">
      <dgm:prSet phldrT="3" phldr="0"/>
      <dgm:spPr/>
      <dgm:t>
        <a:bodyPr/>
        <a:lstStyle/>
        <a:p>
          <a:r>
            <a:rPr lang="en-US"/>
            <a:t>3</a:t>
          </a:r>
        </a:p>
      </dgm:t>
    </dgm:pt>
    <dgm:pt modelId="{A11FE62F-A023-40FA-9831-7BE467E0A506}">
      <dgm:prSet/>
      <dgm:spPr/>
      <dgm:t>
        <a:bodyPr/>
        <a:lstStyle/>
        <a:p>
          <a:r>
            <a:rPr lang="en-US"/>
            <a:t>4. Track progress and impact</a:t>
          </a:r>
        </a:p>
      </dgm:t>
    </dgm:pt>
    <dgm:pt modelId="{C8F37F2D-D59F-4473-A3ED-5FC794E31545}" type="parTrans" cxnId="{8AA66E3B-A4F3-453D-91F0-F145A44E14DB}">
      <dgm:prSet/>
      <dgm:spPr/>
      <dgm:t>
        <a:bodyPr/>
        <a:lstStyle/>
        <a:p>
          <a:endParaRPr lang="en-US"/>
        </a:p>
      </dgm:t>
    </dgm:pt>
    <dgm:pt modelId="{30164DCD-8DD7-42CC-8C83-8D4B76BFB94D}" type="sibTrans" cxnId="{8AA66E3B-A4F3-453D-91F0-F145A44E14DB}">
      <dgm:prSet phldrT="4" phldr="0"/>
      <dgm:spPr/>
      <dgm:t>
        <a:bodyPr/>
        <a:lstStyle/>
        <a:p>
          <a:r>
            <a:rPr lang="en-US"/>
            <a:t>4</a:t>
          </a:r>
        </a:p>
      </dgm:t>
    </dgm:pt>
    <dgm:pt modelId="{30F01C40-291F-4FB9-BA65-354361734644}" type="pres">
      <dgm:prSet presAssocID="{A6CA4B91-8396-4746-826F-932A7DBE8D39}" presName="Name0" presStyleCnt="0">
        <dgm:presLayoutVars>
          <dgm:animLvl val="lvl"/>
          <dgm:resizeHandles val="exact"/>
        </dgm:presLayoutVars>
      </dgm:prSet>
      <dgm:spPr/>
    </dgm:pt>
    <dgm:pt modelId="{537ECB7C-46F9-4E1F-8223-C712C885B5E8}" type="pres">
      <dgm:prSet presAssocID="{EDFDA198-4726-407E-8A5D-BD45272AB325}" presName="compositeNode" presStyleCnt="0">
        <dgm:presLayoutVars>
          <dgm:bulletEnabled val="1"/>
        </dgm:presLayoutVars>
      </dgm:prSet>
      <dgm:spPr/>
    </dgm:pt>
    <dgm:pt modelId="{6C1EFADE-82F6-4DA6-8196-4626920A7186}" type="pres">
      <dgm:prSet presAssocID="{EDFDA198-4726-407E-8A5D-BD45272AB325}" presName="bgRect" presStyleLbl="bgAccFollowNode1" presStyleIdx="0" presStyleCnt="4"/>
      <dgm:spPr/>
    </dgm:pt>
    <dgm:pt modelId="{9CF570C3-C52F-4F4F-9FBB-DA600A66366D}" type="pres">
      <dgm:prSet presAssocID="{7C94A46E-EBBA-41DE-8D8C-C9236DCC9C3A}" presName="sibTransNodeCircle" presStyleLbl="alignNode1" presStyleIdx="0" presStyleCnt="8">
        <dgm:presLayoutVars>
          <dgm:chMax val="0"/>
          <dgm:bulletEnabled/>
        </dgm:presLayoutVars>
      </dgm:prSet>
      <dgm:spPr/>
    </dgm:pt>
    <dgm:pt modelId="{7D4BB772-01B6-4F60-8655-B243FC2691F0}" type="pres">
      <dgm:prSet presAssocID="{EDFDA198-4726-407E-8A5D-BD45272AB325}" presName="bottomLine" presStyleLbl="alignNode1" presStyleIdx="1" presStyleCnt="8">
        <dgm:presLayoutVars/>
      </dgm:prSet>
      <dgm:spPr/>
    </dgm:pt>
    <dgm:pt modelId="{2A17181A-960D-401F-BC84-1844F55F1733}" type="pres">
      <dgm:prSet presAssocID="{EDFDA198-4726-407E-8A5D-BD45272AB325}" presName="nodeText" presStyleLbl="bgAccFollowNode1" presStyleIdx="0" presStyleCnt="4">
        <dgm:presLayoutVars>
          <dgm:bulletEnabled val="1"/>
        </dgm:presLayoutVars>
      </dgm:prSet>
      <dgm:spPr/>
    </dgm:pt>
    <dgm:pt modelId="{A3111674-82CF-4964-9DAC-FB4A545CD7F0}" type="pres">
      <dgm:prSet presAssocID="{7C94A46E-EBBA-41DE-8D8C-C9236DCC9C3A}" presName="sibTrans" presStyleCnt="0"/>
      <dgm:spPr/>
    </dgm:pt>
    <dgm:pt modelId="{AD578DE2-130B-42A8-B479-B123BBFC935A}" type="pres">
      <dgm:prSet presAssocID="{A9625697-6589-4B56-B8A6-EB8E08EAB22C}" presName="compositeNode" presStyleCnt="0">
        <dgm:presLayoutVars>
          <dgm:bulletEnabled val="1"/>
        </dgm:presLayoutVars>
      </dgm:prSet>
      <dgm:spPr/>
    </dgm:pt>
    <dgm:pt modelId="{55F17508-FBAB-4062-A374-680221CB6131}" type="pres">
      <dgm:prSet presAssocID="{A9625697-6589-4B56-B8A6-EB8E08EAB22C}" presName="bgRect" presStyleLbl="bgAccFollowNode1" presStyleIdx="1" presStyleCnt="4"/>
      <dgm:spPr/>
    </dgm:pt>
    <dgm:pt modelId="{292F3071-ED1D-46C4-86C0-EB1FD4629CA7}" type="pres">
      <dgm:prSet presAssocID="{12A13F8B-CD2D-492A-84E9-1B1935849752}" presName="sibTransNodeCircle" presStyleLbl="alignNode1" presStyleIdx="2" presStyleCnt="8">
        <dgm:presLayoutVars>
          <dgm:chMax val="0"/>
          <dgm:bulletEnabled/>
        </dgm:presLayoutVars>
      </dgm:prSet>
      <dgm:spPr/>
    </dgm:pt>
    <dgm:pt modelId="{F4B79DE6-93EB-4964-AB52-A301C87B820C}" type="pres">
      <dgm:prSet presAssocID="{A9625697-6589-4B56-B8A6-EB8E08EAB22C}" presName="bottomLine" presStyleLbl="alignNode1" presStyleIdx="3" presStyleCnt="8">
        <dgm:presLayoutVars/>
      </dgm:prSet>
      <dgm:spPr/>
    </dgm:pt>
    <dgm:pt modelId="{D95C5947-3254-49A8-91A2-40205CF684BB}" type="pres">
      <dgm:prSet presAssocID="{A9625697-6589-4B56-B8A6-EB8E08EAB22C}" presName="nodeText" presStyleLbl="bgAccFollowNode1" presStyleIdx="1" presStyleCnt="4">
        <dgm:presLayoutVars>
          <dgm:bulletEnabled val="1"/>
        </dgm:presLayoutVars>
      </dgm:prSet>
      <dgm:spPr/>
    </dgm:pt>
    <dgm:pt modelId="{9FFD63CB-012D-429A-8B59-52F36EBD952D}" type="pres">
      <dgm:prSet presAssocID="{12A13F8B-CD2D-492A-84E9-1B1935849752}" presName="sibTrans" presStyleCnt="0"/>
      <dgm:spPr/>
    </dgm:pt>
    <dgm:pt modelId="{8F4AC2F2-B6CA-4FEC-8ADC-F043C6F61C99}" type="pres">
      <dgm:prSet presAssocID="{53F50E4D-7133-4AA5-93E3-14C62CEFC12F}" presName="compositeNode" presStyleCnt="0">
        <dgm:presLayoutVars>
          <dgm:bulletEnabled val="1"/>
        </dgm:presLayoutVars>
      </dgm:prSet>
      <dgm:spPr/>
    </dgm:pt>
    <dgm:pt modelId="{ABAC56E2-958B-4629-A784-6518A0AE2E9B}" type="pres">
      <dgm:prSet presAssocID="{53F50E4D-7133-4AA5-93E3-14C62CEFC12F}" presName="bgRect" presStyleLbl="bgAccFollowNode1" presStyleIdx="2" presStyleCnt="4"/>
      <dgm:spPr/>
    </dgm:pt>
    <dgm:pt modelId="{17435E88-AEEB-49A3-87EC-86473C36B8DD}" type="pres">
      <dgm:prSet presAssocID="{6A20E52A-A14B-4F47-B2D5-1B9851E4DB4F}" presName="sibTransNodeCircle" presStyleLbl="alignNode1" presStyleIdx="4" presStyleCnt="8">
        <dgm:presLayoutVars>
          <dgm:chMax val="0"/>
          <dgm:bulletEnabled/>
        </dgm:presLayoutVars>
      </dgm:prSet>
      <dgm:spPr/>
    </dgm:pt>
    <dgm:pt modelId="{AF0E64EC-60DE-469B-88DB-7FC451788C5B}" type="pres">
      <dgm:prSet presAssocID="{53F50E4D-7133-4AA5-93E3-14C62CEFC12F}" presName="bottomLine" presStyleLbl="alignNode1" presStyleIdx="5" presStyleCnt="8">
        <dgm:presLayoutVars/>
      </dgm:prSet>
      <dgm:spPr/>
    </dgm:pt>
    <dgm:pt modelId="{27D8E296-20D5-4C09-AA98-99DD8889BA69}" type="pres">
      <dgm:prSet presAssocID="{53F50E4D-7133-4AA5-93E3-14C62CEFC12F}" presName="nodeText" presStyleLbl="bgAccFollowNode1" presStyleIdx="2" presStyleCnt="4">
        <dgm:presLayoutVars>
          <dgm:bulletEnabled val="1"/>
        </dgm:presLayoutVars>
      </dgm:prSet>
      <dgm:spPr/>
    </dgm:pt>
    <dgm:pt modelId="{155775A8-EDB9-47D2-A819-67643D5247BE}" type="pres">
      <dgm:prSet presAssocID="{6A20E52A-A14B-4F47-B2D5-1B9851E4DB4F}" presName="sibTrans" presStyleCnt="0"/>
      <dgm:spPr/>
    </dgm:pt>
    <dgm:pt modelId="{6EC42D4A-1D69-4DC5-ACE4-FAF11BACCA36}" type="pres">
      <dgm:prSet presAssocID="{A11FE62F-A023-40FA-9831-7BE467E0A506}" presName="compositeNode" presStyleCnt="0">
        <dgm:presLayoutVars>
          <dgm:bulletEnabled val="1"/>
        </dgm:presLayoutVars>
      </dgm:prSet>
      <dgm:spPr/>
    </dgm:pt>
    <dgm:pt modelId="{2DD424A4-A7C4-4EB0-AD8E-1D524D33AA30}" type="pres">
      <dgm:prSet presAssocID="{A11FE62F-A023-40FA-9831-7BE467E0A506}" presName="bgRect" presStyleLbl="bgAccFollowNode1" presStyleIdx="3" presStyleCnt="4"/>
      <dgm:spPr/>
    </dgm:pt>
    <dgm:pt modelId="{55D6A4A6-3FCF-4114-8D58-14EEB96EBD70}" type="pres">
      <dgm:prSet presAssocID="{30164DCD-8DD7-42CC-8C83-8D4B76BFB94D}" presName="sibTransNodeCircle" presStyleLbl="alignNode1" presStyleIdx="6" presStyleCnt="8">
        <dgm:presLayoutVars>
          <dgm:chMax val="0"/>
          <dgm:bulletEnabled/>
        </dgm:presLayoutVars>
      </dgm:prSet>
      <dgm:spPr/>
    </dgm:pt>
    <dgm:pt modelId="{BE184256-2FCB-4BFF-8EBD-308D58CB9DE6}" type="pres">
      <dgm:prSet presAssocID="{A11FE62F-A023-40FA-9831-7BE467E0A506}" presName="bottomLine" presStyleLbl="alignNode1" presStyleIdx="7" presStyleCnt="8">
        <dgm:presLayoutVars/>
      </dgm:prSet>
      <dgm:spPr/>
    </dgm:pt>
    <dgm:pt modelId="{6E7EBE52-6F3D-4BAE-8FF6-DA375A1F9610}" type="pres">
      <dgm:prSet presAssocID="{A11FE62F-A023-40FA-9831-7BE467E0A506}" presName="nodeText" presStyleLbl="bgAccFollowNode1" presStyleIdx="3" presStyleCnt="4">
        <dgm:presLayoutVars>
          <dgm:bulletEnabled val="1"/>
        </dgm:presLayoutVars>
      </dgm:prSet>
      <dgm:spPr/>
    </dgm:pt>
  </dgm:ptLst>
  <dgm:cxnLst>
    <dgm:cxn modelId="{BB05FC00-A5F9-402A-8DFC-5B7C6099CAA5}" type="presOf" srcId="{53F50E4D-7133-4AA5-93E3-14C62CEFC12F}" destId="{27D8E296-20D5-4C09-AA98-99DD8889BA69}" srcOrd="1" destOrd="0" presId="urn:microsoft.com/office/officeart/2016/7/layout/BasicLinearProcessNumbered"/>
    <dgm:cxn modelId="{E664EA1C-EC8F-40EB-A52B-E46AED52C7A6}" type="presOf" srcId="{A9625697-6589-4B56-B8A6-EB8E08EAB22C}" destId="{55F17508-FBAB-4062-A374-680221CB6131}" srcOrd="0" destOrd="0" presId="urn:microsoft.com/office/officeart/2016/7/layout/BasicLinearProcessNumbered"/>
    <dgm:cxn modelId="{8F7D191E-7439-44C7-96C0-5D82841AF615}" type="presOf" srcId="{6A20E52A-A14B-4F47-B2D5-1B9851E4DB4F}" destId="{17435E88-AEEB-49A3-87EC-86473C36B8DD}" srcOrd="0" destOrd="0" presId="urn:microsoft.com/office/officeart/2016/7/layout/BasicLinearProcessNumbered"/>
    <dgm:cxn modelId="{8AA66E3B-A4F3-453D-91F0-F145A44E14DB}" srcId="{A6CA4B91-8396-4746-826F-932A7DBE8D39}" destId="{A11FE62F-A023-40FA-9831-7BE467E0A506}" srcOrd="3" destOrd="0" parTransId="{C8F37F2D-D59F-4473-A3ED-5FC794E31545}" sibTransId="{30164DCD-8DD7-42CC-8C83-8D4B76BFB94D}"/>
    <dgm:cxn modelId="{89B38689-49D6-4CEF-86ED-C5D5AACE67FB}" type="presOf" srcId="{EDFDA198-4726-407E-8A5D-BD45272AB325}" destId="{2A17181A-960D-401F-BC84-1844F55F1733}" srcOrd="1" destOrd="0" presId="urn:microsoft.com/office/officeart/2016/7/layout/BasicLinearProcessNumbered"/>
    <dgm:cxn modelId="{45D8EF8D-6F9E-42E3-A6FC-2E25B8D28335}" type="presOf" srcId="{30164DCD-8DD7-42CC-8C83-8D4B76BFB94D}" destId="{55D6A4A6-3FCF-4114-8D58-14EEB96EBD70}" srcOrd="0" destOrd="0" presId="urn:microsoft.com/office/officeart/2016/7/layout/BasicLinearProcessNumbered"/>
    <dgm:cxn modelId="{1295F091-6197-4E10-AC04-09D8C1FE5D67}" srcId="{A6CA4B91-8396-4746-826F-932A7DBE8D39}" destId="{53F50E4D-7133-4AA5-93E3-14C62CEFC12F}" srcOrd="2" destOrd="0" parTransId="{69A09EF7-A1F6-4E01-BACE-9437FA965DD1}" sibTransId="{6A20E52A-A14B-4F47-B2D5-1B9851E4DB4F}"/>
    <dgm:cxn modelId="{21AD63A2-329B-4903-A928-E068D4725C97}" type="presOf" srcId="{53F50E4D-7133-4AA5-93E3-14C62CEFC12F}" destId="{ABAC56E2-958B-4629-A784-6518A0AE2E9B}" srcOrd="0" destOrd="0" presId="urn:microsoft.com/office/officeart/2016/7/layout/BasicLinearProcessNumbered"/>
    <dgm:cxn modelId="{6A099AA5-93D1-4D2B-9231-88BAADADB4B6}" srcId="{A6CA4B91-8396-4746-826F-932A7DBE8D39}" destId="{EDFDA198-4726-407E-8A5D-BD45272AB325}" srcOrd="0" destOrd="0" parTransId="{9ECC42D2-2F9D-4778-9DE9-8C708570EAB6}" sibTransId="{7C94A46E-EBBA-41DE-8D8C-C9236DCC9C3A}"/>
    <dgm:cxn modelId="{7ABD99AE-25AE-40C5-98B8-71E19791575B}" type="presOf" srcId="{A11FE62F-A023-40FA-9831-7BE467E0A506}" destId="{6E7EBE52-6F3D-4BAE-8FF6-DA375A1F9610}" srcOrd="1" destOrd="0" presId="urn:microsoft.com/office/officeart/2016/7/layout/BasicLinearProcessNumbered"/>
    <dgm:cxn modelId="{FFC4E0CE-0EBF-4144-98E7-A9B32D161679}" srcId="{A6CA4B91-8396-4746-826F-932A7DBE8D39}" destId="{A9625697-6589-4B56-B8A6-EB8E08EAB22C}" srcOrd="1" destOrd="0" parTransId="{922E1DA1-C929-4011-8FD5-60879BAED852}" sibTransId="{12A13F8B-CD2D-492A-84E9-1B1935849752}"/>
    <dgm:cxn modelId="{7B1811CF-CB58-44A9-BC1C-8CC68665FA79}" type="presOf" srcId="{12A13F8B-CD2D-492A-84E9-1B1935849752}" destId="{292F3071-ED1D-46C4-86C0-EB1FD4629CA7}" srcOrd="0" destOrd="0" presId="urn:microsoft.com/office/officeart/2016/7/layout/BasicLinearProcessNumbered"/>
    <dgm:cxn modelId="{5B566FDE-B57B-45B3-9984-D1857FBD46A1}" type="presOf" srcId="{A9625697-6589-4B56-B8A6-EB8E08EAB22C}" destId="{D95C5947-3254-49A8-91A2-40205CF684BB}" srcOrd="1" destOrd="0" presId="urn:microsoft.com/office/officeart/2016/7/layout/BasicLinearProcessNumbered"/>
    <dgm:cxn modelId="{669A01E1-608A-4EF2-8B9D-B765A03FFADB}" type="presOf" srcId="{A6CA4B91-8396-4746-826F-932A7DBE8D39}" destId="{30F01C40-291F-4FB9-BA65-354361734644}" srcOrd="0" destOrd="0" presId="urn:microsoft.com/office/officeart/2016/7/layout/BasicLinearProcessNumbered"/>
    <dgm:cxn modelId="{4C3A98E9-3723-42CD-88A0-A27D5AE66B16}" type="presOf" srcId="{7C94A46E-EBBA-41DE-8D8C-C9236DCC9C3A}" destId="{9CF570C3-C52F-4F4F-9FBB-DA600A66366D}" srcOrd="0" destOrd="0" presId="urn:microsoft.com/office/officeart/2016/7/layout/BasicLinearProcessNumbered"/>
    <dgm:cxn modelId="{A33851EE-E626-41BC-9583-6D72DEA9999A}" type="presOf" srcId="{A11FE62F-A023-40FA-9831-7BE467E0A506}" destId="{2DD424A4-A7C4-4EB0-AD8E-1D524D33AA30}" srcOrd="0" destOrd="0" presId="urn:microsoft.com/office/officeart/2016/7/layout/BasicLinearProcessNumbered"/>
    <dgm:cxn modelId="{FB78FFF5-BA0B-4CD6-89CF-3D034A276FBF}" type="presOf" srcId="{EDFDA198-4726-407E-8A5D-BD45272AB325}" destId="{6C1EFADE-82F6-4DA6-8196-4626920A7186}" srcOrd="0" destOrd="0" presId="urn:microsoft.com/office/officeart/2016/7/layout/BasicLinearProcessNumbered"/>
    <dgm:cxn modelId="{5308E80C-6C60-4258-BD90-B150592293ED}" type="presParOf" srcId="{30F01C40-291F-4FB9-BA65-354361734644}" destId="{537ECB7C-46F9-4E1F-8223-C712C885B5E8}" srcOrd="0" destOrd="0" presId="urn:microsoft.com/office/officeart/2016/7/layout/BasicLinearProcessNumbered"/>
    <dgm:cxn modelId="{4A238A6F-7404-4E1D-BD48-16EB04169EF6}" type="presParOf" srcId="{537ECB7C-46F9-4E1F-8223-C712C885B5E8}" destId="{6C1EFADE-82F6-4DA6-8196-4626920A7186}" srcOrd="0" destOrd="0" presId="urn:microsoft.com/office/officeart/2016/7/layout/BasicLinearProcessNumbered"/>
    <dgm:cxn modelId="{9CA28591-35B6-4BDC-96CB-045230FB7D12}" type="presParOf" srcId="{537ECB7C-46F9-4E1F-8223-C712C885B5E8}" destId="{9CF570C3-C52F-4F4F-9FBB-DA600A66366D}" srcOrd="1" destOrd="0" presId="urn:microsoft.com/office/officeart/2016/7/layout/BasicLinearProcessNumbered"/>
    <dgm:cxn modelId="{BD808F28-9614-4FB5-8674-DBA8729664C7}" type="presParOf" srcId="{537ECB7C-46F9-4E1F-8223-C712C885B5E8}" destId="{7D4BB772-01B6-4F60-8655-B243FC2691F0}" srcOrd="2" destOrd="0" presId="urn:microsoft.com/office/officeart/2016/7/layout/BasicLinearProcessNumbered"/>
    <dgm:cxn modelId="{60FB0B2F-11D8-4863-A1BF-655112C76D69}" type="presParOf" srcId="{537ECB7C-46F9-4E1F-8223-C712C885B5E8}" destId="{2A17181A-960D-401F-BC84-1844F55F1733}" srcOrd="3" destOrd="0" presId="urn:microsoft.com/office/officeart/2016/7/layout/BasicLinearProcessNumbered"/>
    <dgm:cxn modelId="{7615C910-5538-497C-9924-9A0A72BDFEBD}" type="presParOf" srcId="{30F01C40-291F-4FB9-BA65-354361734644}" destId="{A3111674-82CF-4964-9DAC-FB4A545CD7F0}" srcOrd="1" destOrd="0" presId="urn:microsoft.com/office/officeart/2016/7/layout/BasicLinearProcessNumbered"/>
    <dgm:cxn modelId="{8A799DBB-32D7-4027-A71A-608B4B05D906}" type="presParOf" srcId="{30F01C40-291F-4FB9-BA65-354361734644}" destId="{AD578DE2-130B-42A8-B479-B123BBFC935A}" srcOrd="2" destOrd="0" presId="urn:microsoft.com/office/officeart/2016/7/layout/BasicLinearProcessNumbered"/>
    <dgm:cxn modelId="{F2AD3AF8-6F3D-41F6-9CF8-B9E6D6B29B9B}" type="presParOf" srcId="{AD578DE2-130B-42A8-B479-B123BBFC935A}" destId="{55F17508-FBAB-4062-A374-680221CB6131}" srcOrd="0" destOrd="0" presId="urn:microsoft.com/office/officeart/2016/7/layout/BasicLinearProcessNumbered"/>
    <dgm:cxn modelId="{F1359248-4BA8-4BC6-973B-53978C1C82BD}" type="presParOf" srcId="{AD578DE2-130B-42A8-B479-B123BBFC935A}" destId="{292F3071-ED1D-46C4-86C0-EB1FD4629CA7}" srcOrd="1" destOrd="0" presId="urn:microsoft.com/office/officeart/2016/7/layout/BasicLinearProcessNumbered"/>
    <dgm:cxn modelId="{C01E0590-578E-45DA-8A4B-8AE2E3F7293B}" type="presParOf" srcId="{AD578DE2-130B-42A8-B479-B123BBFC935A}" destId="{F4B79DE6-93EB-4964-AB52-A301C87B820C}" srcOrd="2" destOrd="0" presId="urn:microsoft.com/office/officeart/2016/7/layout/BasicLinearProcessNumbered"/>
    <dgm:cxn modelId="{68FC62AA-D9A6-428C-8C36-09CED00ABDA5}" type="presParOf" srcId="{AD578DE2-130B-42A8-B479-B123BBFC935A}" destId="{D95C5947-3254-49A8-91A2-40205CF684BB}" srcOrd="3" destOrd="0" presId="urn:microsoft.com/office/officeart/2016/7/layout/BasicLinearProcessNumbered"/>
    <dgm:cxn modelId="{989B8EC3-57AA-4C6A-B27F-CD79485846BE}" type="presParOf" srcId="{30F01C40-291F-4FB9-BA65-354361734644}" destId="{9FFD63CB-012D-429A-8B59-52F36EBD952D}" srcOrd="3" destOrd="0" presId="urn:microsoft.com/office/officeart/2016/7/layout/BasicLinearProcessNumbered"/>
    <dgm:cxn modelId="{C22E5B07-1F07-4352-B2AA-EDC82F58A9DD}" type="presParOf" srcId="{30F01C40-291F-4FB9-BA65-354361734644}" destId="{8F4AC2F2-B6CA-4FEC-8ADC-F043C6F61C99}" srcOrd="4" destOrd="0" presId="urn:microsoft.com/office/officeart/2016/7/layout/BasicLinearProcessNumbered"/>
    <dgm:cxn modelId="{004EA0E8-7E15-4037-87C2-74E1818C0485}" type="presParOf" srcId="{8F4AC2F2-B6CA-4FEC-8ADC-F043C6F61C99}" destId="{ABAC56E2-958B-4629-A784-6518A0AE2E9B}" srcOrd="0" destOrd="0" presId="urn:microsoft.com/office/officeart/2016/7/layout/BasicLinearProcessNumbered"/>
    <dgm:cxn modelId="{DA8A1923-4195-437C-853E-85F35FAE729D}" type="presParOf" srcId="{8F4AC2F2-B6CA-4FEC-8ADC-F043C6F61C99}" destId="{17435E88-AEEB-49A3-87EC-86473C36B8DD}" srcOrd="1" destOrd="0" presId="urn:microsoft.com/office/officeart/2016/7/layout/BasicLinearProcessNumbered"/>
    <dgm:cxn modelId="{660DEF83-BD62-41BF-9942-EB970FBBF8F9}" type="presParOf" srcId="{8F4AC2F2-B6CA-4FEC-8ADC-F043C6F61C99}" destId="{AF0E64EC-60DE-469B-88DB-7FC451788C5B}" srcOrd="2" destOrd="0" presId="urn:microsoft.com/office/officeart/2016/7/layout/BasicLinearProcessNumbered"/>
    <dgm:cxn modelId="{4184EE32-C7C8-42AA-9D7D-9E3C3592DBF1}" type="presParOf" srcId="{8F4AC2F2-B6CA-4FEC-8ADC-F043C6F61C99}" destId="{27D8E296-20D5-4C09-AA98-99DD8889BA69}" srcOrd="3" destOrd="0" presId="urn:microsoft.com/office/officeart/2016/7/layout/BasicLinearProcessNumbered"/>
    <dgm:cxn modelId="{234E4B47-4D17-4C00-BD62-32F1BD0E79BB}" type="presParOf" srcId="{30F01C40-291F-4FB9-BA65-354361734644}" destId="{155775A8-EDB9-47D2-A819-67643D5247BE}" srcOrd="5" destOrd="0" presId="urn:microsoft.com/office/officeart/2016/7/layout/BasicLinearProcessNumbered"/>
    <dgm:cxn modelId="{A8321739-1FA6-4FA9-8D3A-45D9CE0CA38B}" type="presParOf" srcId="{30F01C40-291F-4FB9-BA65-354361734644}" destId="{6EC42D4A-1D69-4DC5-ACE4-FAF11BACCA36}" srcOrd="6" destOrd="0" presId="urn:microsoft.com/office/officeart/2016/7/layout/BasicLinearProcessNumbered"/>
    <dgm:cxn modelId="{4D67EA45-36EB-4F01-9572-B22F860B0E15}" type="presParOf" srcId="{6EC42D4A-1D69-4DC5-ACE4-FAF11BACCA36}" destId="{2DD424A4-A7C4-4EB0-AD8E-1D524D33AA30}" srcOrd="0" destOrd="0" presId="urn:microsoft.com/office/officeart/2016/7/layout/BasicLinearProcessNumbered"/>
    <dgm:cxn modelId="{5BEB0330-9CBE-483C-92E1-7D435875A153}" type="presParOf" srcId="{6EC42D4A-1D69-4DC5-ACE4-FAF11BACCA36}" destId="{55D6A4A6-3FCF-4114-8D58-14EEB96EBD70}" srcOrd="1" destOrd="0" presId="urn:microsoft.com/office/officeart/2016/7/layout/BasicLinearProcessNumbered"/>
    <dgm:cxn modelId="{97BEBE29-9CBD-45C4-B1AF-5770BEC700DB}" type="presParOf" srcId="{6EC42D4A-1D69-4DC5-ACE4-FAF11BACCA36}" destId="{BE184256-2FCB-4BFF-8EBD-308D58CB9DE6}" srcOrd="2" destOrd="0" presId="urn:microsoft.com/office/officeart/2016/7/layout/BasicLinearProcessNumbered"/>
    <dgm:cxn modelId="{E03EC914-049C-4CEA-8514-661E240EE4E6}" type="presParOf" srcId="{6EC42D4A-1D69-4DC5-ACE4-FAF11BACCA36}" destId="{6E7EBE52-6F3D-4BAE-8FF6-DA375A1F9610}" srcOrd="3" destOrd="0" presId="urn:microsoft.com/office/officeart/2016/7/layout/BasicLinearProcessNumbered"/>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8CCB0565-698C-4848-A906-5F21C7DD9130}" type="doc">
      <dgm:prSet loTypeId="urn:microsoft.com/office/officeart/2005/8/layout/hierarchy1" loCatId="hierarchy" qsTypeId="urn:microsoft.com/office/officeart/2005/8/quickstyle/simple4" qsCatId="simple" csTypeId="urn:microsoft.com/office/officeart/2005/8/colors/accent1_2" csCatId="accent1"/>
      <dgm:spPr/>
      <dgm:t>
        <a:bodyPr/>
        <a:lstStyle/>
        <a:p>
          <a:endParaRPr lang="en-US"/>
        </a:p>
      </dgm:t>
    </dgm:pt>
    <dgm:pt modelId="{CC342BE7-9B6B-44D4-B068-FD68A41A7918}">
      <dgm:prSet/>
      <dgm:spPr/>
      <dgm:t>
        <a:bodyPr/>
        <a:lstStyle/>
        <a:p>
          <a:r>
            <a:rPr lang="en-US"/>
            <a:t>Tested on a local blockchain before public testing</a:t>
          </a:r>
        </a:p>
      </dgm:t>
    </dgm:pt>
    <dgm:pt modelId="{E884991B-EC53-4B3E-8768-BC538A146B47}" type="parTrans" cxnId="{85CB4FB4-47C2-46EE-8C6A-844231ABDB92}">
      <dgm:prSet/>
      <dgm:spPr/>
      <dgm:t>
        <a:bodyPr/>
        <a:lstStyle/>
        <a:p>
          <a:endParaRPr lang="en-US"/>
        </a:p>
      </dgm:t>
    </dgm:pt>
    <dgm:pt modelId="{F1B04968-8A56-4824-B252-0EDE9812FF1F}" type="sibTrans" cxnId="{85CB4FB4-47C2-46EE-8C6A-844231ABDB92}">
      <dgm:prSet/>
      <dgm:spPr/>
      <dgm:t>
        <a:bodyPr/>
        <a:lstStyle/>
        <a:p>
          <a:endParaRPr lang="en-US"/>
        </a:p>
      </dgm:t>
    </dgm:pt>
    <dgm:pt modelId="{9D33608B-83DD-4FF4-82B4-39D842E2E1A2}">
      <dgm:prSet/>
      <dgm:spPr/>
      <dgm:t>
        <a:bodyPr/>
        <a:lstStyle/>
        <a:p>
          <a:r>
            <a:rPr lang="en-US"/>
            <a:t>Added a stable demo mode to avoid wallet switching issues</a:t>
          </a:r>
        </a:p>
      </dgm:t>
    </dgm:pt>
    <dgm:pt modelId="{F21C9252-7156-4602-8402-E669B16411C9}" type="parTrans" cxnId="{CB286EE6-AE27-4C6B-B051-0D85392948B9}">
      <dgm:prSet/>
      <dgm:spPr/>
      <dgm:t>
        <a:bodyPr/>
        <a:lstStyle/>
        <a:p>
          <a:endParaRPr lang="en-US"/>
        </a:p>
      </dgm:t>
    </dgm:pt>
    <dgm:pt modelId="{F37D0E5B-08CA-48AC-A0B7-07E8EF0572D8}" type="sibTrans" cxnId="{CB286EE6-AE27-4C6B-B051-0D85392948B9}">
      <dgm:prSet/>
      <dgm:spPr/>
      <dgm:t>
        <a:bodyPr/>
        <a:lstStyle/>
        <a:p>
          <a:endParaRPr lang="en-US"/>
        </a:p>
      </dgm:t>
    </dgm:pt>
    <dgm:pt modelId="{D441F537-FE70-4C88-BB41-A51FDED97440}">
      <dgm:prSet/>
      <dgm:spPr/>
      <dgm:t>
        <a:bodyPr/>
        <a:lstStyle/>
        <a:p>
          <a:r>
            <a:rPr lang="en-US"/>
            <a:t>Checked full flow: create campaign -&gt; donate -&gt; manage funds</a:t>
          </a:r>
        </a:p>
      </dgm:t>
    </dgm:pt>
    <dgm:pt modelId="{D80CFC3E-F6EB-4B37-A4E6-4E8D077B9BE6}" type="parTrans" cxnId="{25EB1C6D-456B-4153-98F8-E402E158321E}">
      <dgm:prSet/>
      <dgm:spPr/>
      <dgm:t>
        <a:bodyPr/>
        <a:lstStyle/>
        <a:p>
          <a:endParaRPr lang="en-US"/>
        </a:p>
      </dgm:t>
    </dgm:pt>
    <dgm:pt modelId="{1F99CD2D-6D49-4C2A-9571-9D980E03F4BE}" type="sibTrans" cxnId="{25EB1C6D-456B-4153-98F8-E402E158321E}">
      <dgm:prSet/>
      <dgm:spPr/>
      <dgm:t>
        <a:bodyPr/>
        <a:lstStyle/>
        <a:p>
          <a:endParaRPr lang="en-US"/>
        </a:p>
      </dgm:t>
    </dgm:pt>
    <dgm:pt modelId="{F4E16413-877A-4F72-84E2-AE37F333C396}">
      <dgm:prSet/>
      <dgm:spPr/>
      <dgm:t>
        <a:bodyPr/>
        <a:lstStyle/>
        <a:p>
          <a:r>
            <a:rPr lang="en-US"/>
            <a:t>Supports both local development and test network usage</a:t>
          </a:r>
        </a:p>
      </dgm:t>
    </dgm:pt>
    <dgm:pt modelId="{B2CD4F4C-82DD-4504-A547-D28EB31CBCEC}" type="parTrans" cxnId="{3283D582-3D7D-4362-8E90-24A614E05962}">
      <dgm:prSet/>
      <dgm:spPr/>
      <dgm:t>
        <a:bodyPr/>
        <a:lstStyle/>
        <a:p>
          <a:endParaRPr lang="en-US"/>
        </a:p>
      </dgm:t>
    </dgm:pt>
    <dgm:pt modelId="{657EB965-7630-47D5-99AA-553F6F135058}" type="sibTrans" cxnId="{3283D582-3D7D-4362-8E90-24A614E05962}">
      <dgm:prSet/>
      <dgm:spPr/>
      <dgm:t>
        <a:bodyPr/>
        <a:lstStyle/>
        <a:p>
          <a:endParaRPr lang="en-US"/>
        </a:p>
      </dgm:t>
    </dgm:pt>
    <dgm:pt modelId="{23DF52EA-6B0C-43B8-8E97-B620BC278F78}" type="pres">
      <dgm:prSet presAssocID="{8CCB0565-698C-4848-A906-5F21C7DD9130}" presName="hierChild1" presStyleCnt="0">
        <dgm:presLayoutVars>
          <dgm:chPref val="1"/>
          <dgm:dir/>
          <dgm:animOne val="branch"/>
          <dgm:animLvl val="lvl"/>
          <dgm:resizeHandles/>
        </dgm:presLayoutVars>
      </dgm:prSet>
      <dgm:spPr/>
    </dgm:pt>
    <dgm:pt modelId="{1F2B1C0A-68E0-4EB5-A97C-A5DECBF7A6EF}" type="pres">
      <dgm:prSet presAssocID="{CC342BE7-9B6B-44D4-B068-FD68A41A7918}" presName="hierRoot1" presStyleCnt="0"/>
      <dgm:spPr/>
    </dgm:pt>
    <dgm:pt modelId="{918B687D-73C6-4E1F-93CD-A2932523BE69}" type="pres">
      <dgm:prSet presAssocID="{CC342BE7-9B6B-44D4-B068-FD68A41A7918}" presName="composite" presStyleCnt="0"/>
      <dgm:spPr/>
    </dgm:pt>
    <dgm:pt modelId="{19304703-788A-41A9-8589-378CF5607F90}" type="pres">
      <dgm:prSet presAssocID="{CC342BE7-9B6B-44D4-B068-FD68A41A7918}" presName="background" presStyleLbl="node0" presStyleIdx="0" presStyleCnt="4"/>
      <dgm:spPr/>
    </dgm:pt>
    <dgm:pt modelId="{C0B1D593-F952-4B70-A20B-C6A973D5BF71}" type="pres">
      <dgm:prSet presAssocID="{CC342BE7-9B6B-44D4-B068-FD68A41A7918}" presName="text" presStyleLbl="fgAcc0" presStyleIdx="0" presStyleCnt="4">
        <dgm:presLayoutVars>
          <dgm:chPref val="3"/>
        </dgm:presLayoutVars>
      </dgm:prSet>
      <dgm:spPr/>
    </dgm:pt>
    <dgm:pt modelId="{E1932C64-8FB0-4B6F-A950-7B1A4A188750}" type="pres">
      <dgm:prSet presAssocID="{CC342BE7-9B6B-44D4-B068-FD68A41A7918}" presName="hierChild2" presStyleCnt="0"/>
      <dgm:spPr/>
    </dgm:pt>
    <dgm:pt modelId="{EB338260-E74B-4A51-84DA-4A481FC8BB51}" type="pres">
      <dgm:prSet presAssocID="{9D33608B-83DD-4FF4-82B4-39D842E2E1A2}" presName="hierRoot1" presStyleCnt="0"/>
      <dgm:spPr/>
    </dgm:pt>
    <dgm:pt modelId="{55A9714E-FCB6-4437-8741-2609B61FA55F}" type="pres">
      <dgm:prSet presAssocID="{9D33608B-83DD-4FF4-82B4-39D842E2E1A2}" presName="composite" presStyleCnt="0"/>
      <dgm:spPr/>
    </dgm:pt>
    <dgm:pt modelId="{2E917317-0D7D-4B95-BEBF-A1591724232A}" type="pres">
      <dgm:prSet presAssocID="{9D33608B-83DD-4FF4-82B4-39D842E2E1A2}" presName="background" presStyleLbl="node0" presStyleIdx="1" presStyleCnt="4"/>
      <dgm:spPr/>
    </dgm:pt>
    <dgm:pt modelId="{2C462ABB-2162-4AD4-A9C7-71015B809210}" type="pres">
      <dgm:prSet presAssocID="{9D33608B-83DD-4FF4-82B4-39D842E2E1A2}" presName="text" presStyleLbl="fgAcc0" presStyleIdx="1" presStyleCnt="4">
        <dgm:presLayoutVars>
          <dgm:chPref val="3"/>
        </dgm:presLayoutVars>
      </dgm:prSet>
      <dgm:spPr/>
    </dgm:pt>
    <dgm:pt modelId="{A0CFB495-C5E6-428D-B346-7F6E90A2FAC9}" type="pres">
      <dgm:prSet presAssocID="{9D33608B-83DD-4FF4-82B4-39D842E2E1A2}" presName="hierChild2" presStyleCnt="0"/>
      <dgm:spPr/>
    </dgm:pt>
    <dgm:pt modelId="{4EFBCEF9-53E3-4CFF-99D0-EF26BA4BF7EE}" type="pres">
      <dgm:prSet presAssocID="{D441F537-FE70-4C88-BB41-A51FDED97440}" presName="hierRoot1" presStyleCnt="0"/>
      <dgm:spPr/>
    </dgm:pt>
    <dgm:pt modelId="{D57D2668-1BAE-440F-A365-5C459EE913BB}" type="pres">
      <dgm:prSet presAssocID="{D441F537-FE70-4C88-BB41-A51FDED97440}" presName="composite" presStyleCnt="0"/>
      <dgm:spPr/>
    </dgm:pt>
    <dgm:pt modelId="{9334C067-B3B7-4EC0-8F40-E7C774F5B262}" type="pres">
      <dgm:prSet presAssocID="{D441F537-FE70-4C88-BB41-A51FDED97440}" presName="background" presStyleLbl="node0" presStyleIdx="2" presStyleCnt="4"/>
      <dgm:spPr/>
    </dgm:pt>
    <dgm:pt modelId="{4E382A7A-F4E8-454A-A94C-779948861C71}" type="pres">
      <dgm:prSet presAssocID="{D441F537-FE70-4C88-BB41-A51FDED97440}" presName="text" presStyleLbl="fgAcc0" presStyleIdx="2" presStyleCnt="4">
        <dgm:presLayoutVars>
          <dgm:chPref val="3"/>
        </dgm:presLayoutVars>
      </dgm:prSet>
      <dgm:spPr/>
    </dgm:pt>
    <dgm:pt modelId="{C6606737-F374-425A-97A5-5751FB19A557}" type="pres">
      <dgm:prSet presAssocID="{D441F537-FE70-4C88-BB41-A51FDED97440}" presName="hierChild2" presStyleCnt="0"/>
      <dgm:spPr/>
    </dgm:pt>
    <dgm:pt modelId="{6142C626-B475-486F-88A2-1DC7737A23CB}" type="pres">
      <dgm:prSet presAssocID="{F4E16413-877A-4F72-84E2-AE37F333C396}" presName="hierRoot1" presStyleCnt="0"/>
      <dgm:spPr/>
    </dgm:pt>
    <dgm:pt modelId="{B1EA6709-FB66-4568-8A2E-8DE1BADBFC0F}" type="pres">
      <dgm:prSet presAssocID="{F4E16413-877A-4F72-84E2-AE37F333C396}" presName="composite" presStyleCnt="0"/>
      <dgm:spPr/>
    </dgm:pt>
    <dgm:pt modelId="{43B52C9F-1311-4BAA-A087-2964EF6AD5F8}" type="pres">
      <dgm:prSet presAssocID="{F4E16413-877A-4F72-84E2-AE37F333C396}" presName="background" presStyleLbl="node0" presStyleIdx="3" presStyleCnt="4"/>
      <dgm:spPr/>
    </dgm:pt>
    <dgm:pt modelId="{1186A1D7-A2DC-4BE6-AC06-701B7C5F756B}" type="pres">
      <dgm:prSet presAssocID="{F4E16413-877A-4F72-84E2-AE37F333C396}" presName="text" presStyleLbl="fgAcc0" presStyleIdx="3" presStyleCnt="4">
        <dgm:presLayoutVars>
          <dgm:chPref val="3"/>
        </dgm:presLayoutVars>
      </dgm:prSet>
      <dgm:spPr/>
    </dgm:pt>
    <dgm:pt modelId="{3E54EC95-1921-40B1-87FB-C87BFB0B29B9}" type="pres">
      <dgm:prSet presAssocID="{F4E16413-877A-4F72-84E2-AE37F333C396}" presName="hierChild2" presStyleCnt="0"/>
      <dgm:spPr/>
    </dgm:pt>
  </dgm:ptLst>
  <dgm:cxnLst>
    <dgm:cxn modelId="{25EB1C6D-456B-4153-98F8-E402E158321E}" srcId="{8CCB0565-698C-4848-A906-5F21C7DD9130}" destId="{D441F537-FE70-4C88-BB41-A51FDED97440}" srcOrd="2" destOrd="0" parTransId="{D80CFC3E-F6EB-4B37-A4E6-4E8D077B9BE6}" sibTransId="{1F99CD2D-6D49-4C2A-9571-9D980E03F4BE}"/>
    <dgm:cxn modelId="{72012A77-7DDE-476D-A7BC-F89CEB841D4C}" type="presOf" srcId="{8CCB0565-698C-4848-A906-5F21C7DD9130}" destId="{23DF52EA-6B0C-43B8-8E97-B620BC278F78}" srcOrd="0" destOrd="0" presId="urn:microsoft.com/office/officeart/2005/8/layout/hierarchy1"/>
    <dgm:cxn modelId="{95F78F78-E2D1-4B31-A618-5D0EC086D10A}" type="presOf" srcId="{D441F537-FE70-4C88-BB41-A51FDED97440}" destId="{4E382A7A-F4E8-454A-A94C-779948861C71}" srcOrd="0" destOrd="0" presId="urn:microsoft.com/office/officeart/2005/8/layout/hierarchy1"/>
    <dgm:cxn modelId="{3283D582-3D7D-4362-8E90-24A614E05962}" srcId="{8CCB0565-698C-4848-A906-5F21C7DD9130}" destId="{F4E16413-877A-4F72-84E2-AE37F333C396}" srcOrd="3" destOrd="0" parTransId="{B2CD4F4C-82DD-4504-A547-D28EB31CBCEC}" sibTransId="{657EB965-7630-47D5-99AA-553F6F135058}"/>
    <dgm:cxn modelId="{85CB4FB4-47C2-46EE-8C6A-844231ABDB92}" srcId="{8CCB0565-698C-4848-A906-5F21C7DD9130}" destId="{CC342BE7-9B6B-44D4-B068-FD68A41A7918}" srcOrd="0" destOrd="0" parTransId="{E884991B-EC53-4B3E-8768-BC538A146B47}" sibTransId="{F1B04968-8A56-4824-B252-0EDE9812FF1F}"/>
    <dgm:cxn modelId="{8AB48CB5-74E6-44BB-A78D-61FA75838CC7}" type="presOf" srcId="{F4E16413-877A-4F72-84E2-AE37F333C396}" destId="{1186A1D7-A2DC-4BE6-AC06-701B7C5F756B}" srcOrd="0" destOrd="0" presId="urn:microsoft.com/office/officeart/2005/8/layout/hierarchy1"/>
    <dgm:cxn modelId="{377A2FE6-A6DE-4C45-A17C-C7CACBF4F7B4}" type="presOf" srcId="{CC342BE7-9B6B-44D4-B068-FD68A41A7918}" destId="{C0B1D593-F952-4B70-A20B-C6A973D5BF71}" srcOrd="0" destOrd="0" presId="urn:microsoft.com/office/officeart/2005/8/layout/hierarchy1"/>
    <dgm:cxn modelId="{CB286EE6-AE27-4C6B-B051-0D85392948B9}" srcId="{8CCB0565-698C-4848-A906-5F21C7DD9130}" destId="{9D33608B-83DD-4FF4-82B4-39D842E2E1A2}" srcOrd="1" destOrd="0" parTransId="{F21C9252-7156-4602-8402-E669B16411C9}" sibTransId="{F37D0E5B-08CA-48AC-A0B7-07E8EF0572D8}"/>
    <dgm:cxn modelId="{93C745EE-D6B5-4915-8FB6-1341C16568CC}" type="presOf" srcId="{9D33608B-83DD-4FF4-82B4-39D842E2E1A2}" destId="{2C462ABB-2162-4AD4-A9C7-71015B809210}" srcOrd="0" destOrd="0" presId="urn:microsoft.com/office/officeart/2005/8/layout/hierarchy1"/>
    <dgm:cxn modelId="{AF8650C3-A356-4DF2-B321-2D014B19AF83}" type="presParOf" srcId="{23DF52EA-6B0C-43B8-8E97-B620BC278F78}" destId="{1F2B1C0A-68E0-4EB5-A97C-A5DECBF7A6EF}" srcOrd="0" destOrd="0" presId="urn:microsoft.com/office/officeart/2005/8/layout/hierarchy1"/>
    <dgm:cxn modelId="{4942ADFD-5B1B-465E-A84A-8F3D3A460B90}" type="presParOf" srcId="{1F2B1C0A-68E0-4EB5-A97C-A5DECBF7A6EF}" destId="{918B687D-73C6-4E1F-93CD-A2932523BE69}" srcOrd="0" destOrd="0" presId="urn:microsoft.com/office/officeart/2005/8/layout/hierarchy1"/>
    <dgm:cxn modelId="{9FC331BB-95E3-4D1A-8AC9-CE5D8035496C}" type="presParOf" srcId="{918B687D-73C6-4E1F-93CD-A2932523BE69}" destId="{19304703-788A-41A9-8589-378CF5607F90}" srcOrd="0" destOrd="0" presId="urn:microsoft.com/office/officeart/2005/8/layout/hierarchy1"/>
    <dgm:cxn modelId="{F17B03EC-AD83-4F07-A643-C03EC3787003}" type="presParOf" srcId="{918B687D-73C6-4E1F-93CD-A2932523BE69}" destId="{C0B1D593-F952-4B70-A20B-C6A973D5BF71}" srcOrd="1" destOrd="0" presId="urn:microsoft.com/office/officeart/2005/8/layout/hierarchy1"/>
    <dgm:cxn modelId="{08407116-330B-4245-8D74-4C94E743A5AA}" type="presParOf" srcId="{1F2B1C0A-68E0-4EB5-A97C-A5DECBF7A6EF}" destId="{E1932C64-8FB0-4B6F-A950-7B1A4A188750}" srcOrd="1" destOrd="0" presId="urn:microsoft.com/office/officeart/2005/8/layout/hierarchy1"/>
    <dgm:cxn modelId="{FA27393D-E51B-480C-BA9C-EFC0FA6E747D}" type="presParOf" srcId="{23DF52EA-6B0C-43B8-8E97-B620BC278F78}" destId="{EB338260-E74B-4A51-84DA-4A481FC8BB51}" srcOrd="1" destOrd="0" presId="urn:microsoft.com/office/officeart/2005/8/layout/hierarchy1"/>
    <dgm:cxn modelId="{85AF5146-E95B-46EF-B69F-A28F0A671C66}" type="presParOf" srcId="{EB338260-E74B-4A51-84DA-4A481FC8BB51}" destId="{55A9714E-FCB6-4437-8741-2609B61FA55F}" srcOrd="0" destOrd="0" presId="urn:microsoft.com/office/officeart/2005/8/layout/hierarchy1"/>
    <dgm:cxn modelId="{1A4ABD54-7DA1-4E6B-AC2E-5C8553000C34}" type="presParOf" srcId="{55A9714E-FCB6-4437-8741-2609B61FA55F}" destId="{2E917317-0D7D-4B95-BEBF-A1591724232A}" srcOrd="0" destOrd="0" presId="urn:microsoft.com/office/officeart/2005/8/layout/hierarchy1"/>
    <dgm:cxn modelId="{B5ECD8CF-3B50-45DA-9E15-B4EF49117A53}" type="presParOf" srcId="{55A9714E-FCB6-4437-8741-2609B61FA55F}" destId="{2C462ABB-2162-4AD4-A9C7-71015B809210}" srcOrd="1" destOrd="0" presId="urn:microsoft.com/office/officeart/2005/8/layout/hierarchy1"/>
    <dgm:cxn modelId="{9228BE75-8E74-4749-B65A-E8AB39B28558}" type="presParOf" srcId="{EB338260-E74B-4A51-84DA-4A481FC8BB51}" destId="{A0CFB495-C5E6-428D-B346-7F6E90A2FAC9}" srcOrd="1" destOrd="0" presId="urn:microsoft.com/office/officeart/2005/8/layout/hierarchy1"/>
    <dgm:cxn modelId="{A64E3A11-D35D-405F-8DA4-3EFB68F30093}" type="presParOf" srcId="{23DF52EA-6B0C-43B8-8E97-B620BC278F78}" destId="{4EFBCEF9-53E3-4CFF-99D0-EF26BA4BF7EE}" srcOrd="2" destOrd="0" presId="urn:microsoft.com/office/officeart/2005/8/layout/hierarchy1"/>
    <dgm:cxn modelId="{3C297CBE-257B-468C-83CC-AD17CA590521}" type="presParOf" srcId="{4EFBCEF9-53E3-4CFF-99D0-EF26BA4BF7EE}" destId="{D57D2668-1BAE-440F-A365-5C459EE913BB}" srcOrd="0" destOrd="0" presId="urn:microsoft.com/office/officeart/2005/8/layout/hierarchy1"/>
    <dgm:cxn modelId="{AFABC921-6AC9-447E-882D-264F57998AAD}" type="presParOf" srcId="{D57D2668-1BAE-440F-A365-5C459EE913BB}" destId="{9334C067-B3B7-4EC0-8F40-E7C774F5B262}" srcOrd="0" destOrd="0" presId="urn:microsoft.com/office/officeart/2005/8/layout/hierarchy1"/>
    <dgm:cxn modelId="{20C10C88-2968-417C-9879-F0F285C5DE17}" type="presParOf" srcId="{D57D2668-1BAE-440F-A365-5C459EE913BB}" destId="{4E382A7A-F4E8-454A-A94C-779948861C71}" srcOrd="1" destOrd="0" presId="urn:microsoft.com/office/officeart/2005/8/layout/hierarchy1"/>
    <dgm:cxn modelId="{CD232F0A-3BC6-426C-AF29-32EC65B65E4F}" type="presParOf" srcId="{4EFBCEF9-53E3-4CFF-99D0-EF26BA4BF7EE}" destId="{C6606737-F374-425A-97A5-5751FB19A557}" srcOrd="1" destOrd="0" presId="urn:microsoft.com/office/officeart/2005/8/layout/hierarchy1"/>
    <dgm:cxn modelId="{968BD6AD-6B71-46B3-9009-1BDDA4C63D06}" type="presParOf" srcId="{23DF52EA-6B0C-43B8-8E97-B620BC278F78}" destId="{6142C626-B475-486F-88A2-1DC7737A23CB}" srcOrd="3" destOrd="0" presId="urn:microsoft.com/office/officeart/2005/8/layout/hierarchy1"/>
    <dgm:cxn modelId="{388654CC-E22A-4774-B74D-2F2A25F77BBE}" type="presParOf" srcId="{6142C626-B475-486F-88A2-1DC7737A23CB}" destId="{B1EA6709-FB66-4568-8A2E-8DE1BADBFC0F}" srcOrd="0" destOrd="0" presId="urn:microsoft.com/office/officeart/2005/8/layout/hierarchy1"/>
    <dgm:cxn modelId="{A9DB6291-C775-448D-BB53-BF3E0CB29A79}" type="presParOf" srcId="{B1EA6709-FB66-4568-8A2E-8DE1BADBFC0F}" destId="{43B52C9F-1311-4BAA-A087-2964EF6AD5F8}" srcOrd="0" destOrd="0" presId="urn:microsoft.com/office/officeart/2005/8/layout/hierarchy1"/>
    <dgm:cxn modelId="{79B86F30-E125-4CEA-B95D-0CE3CFBA3483}" type="presParOf" srcId="{B1EA6709-FB66-4568-8A2E-8DE1BADBFC0F}" destId="{1186A1D7-A2DC-4BE6-AC06-701B7C5F756B}" srcOrd="1" destOrd="0" presId="urn:microsoft.com/office/officeart/2005/8/layout/hierarchy1"/>
    <dgm:cxn modelId="{0C24480B-6DC4-4BD3-8966-BA388ED85F4C}" type="presParOf" srcId="{6142C626-B475-486F-88A2-1DC7737A23CB}" destId="{3E54EC95-1921-40B1-87FB-C87BFB0B29B9}" srcOrd="1" destOrd="0" presId="urn:microsoft.com/office/officeart/2005/8/layout/hierarchy1"/>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428073BB-A9B1-4FDB-B82F-C722CF69C1F3}" type="doc">
      <dgm:prSet loTypeId="urn:microsoft.com/office/officeart/2018/2/layout/IconCircle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065886B1-BF5D-4C46-837B-ED9E85BDABE3}">
      <dgm:prSet/>
      <dgm:spPr/>
      <dgm:t>
        <a:bodyPr/>
        <a:lstStyle/>
        <a:p>
          <a:r>
            <a:rPr lang="en-US"/>
            <a:t>Future ideas: donor badges, community voting, and more token options</a:t>
          </a:r>
        </a:p>
      </dgm:t>
    </dgm:pt>
    <dgm:pt modelId="{57753CAF-5E18-40B1-9B75-52F6DB9C589C}" type="parTrans" cxnId="{FF8C575E-7A0F-44A0-AFCF-65275D41E7E5}">
      <dgm:prSet/>
      <dgm:spPr/>
      <dgm:t>
        <a:bodyPr/>
        <a:lstStyle/>
        <a:p>
          <a:endParaRPr lang="en-US"/>
        </a:p>
      </dgm:t>
    </dgm:pt>
    <dgm:pt modelId="{C6AE7AA8-444B-4C9A-8C3F-B4A9B7E93862}" type="sibTrans" cxnId="{FF8C575E-7A0F-44A0-AFCF-65275D41E7E5}">
      <dgm:prSet/>
      <dgm:spPr/>
      <dgm:t>
        <a:bodyPr/>
        <a:lstStyle/>
        <a:p>
          <a:endParaRPr lang="en-US"/>
        </a:p>
      </dgm:t>
    </dgm:pt>
    <dgm:pt modelId="{ABAE4A25-F3BD-4806-9E8E-901C281D659F}">
      <dgm:prSet/>
      <dgm:spPr/>
      <dgm:t>
        <a:bodyPr/>
        <a:lstStyle/>
        <a:p>
          <a:r>
            <a:rPr lang="en-US"/>
            <a:t>Impact: More trust and lower overhead for digital fundraising</a:t>
          </a:r>
        </a:p>
      </dgm:t>
    </dgm:pt>
    <dgm:pt modelId="{76781641-91CD-42C3-8027-3530660DAC27}" type="parTrans" cxnId="{F9C3BA56-CE0E-4459-A0F3-4AFE116A9646}">
      <dgm:prSet/>
      <dgm:spPr/>
      <dgm:t>
        <a:bodyPr/>
        <a:lstStyle/>
        <a:p>
          <a:endParaRPr lang="en-US"/>
        </a:p>
      </dgm:t>
    </dgm:pt>
    <dgm:pt modelId="{097B37D0-FD9A-4A1C-BF9C-D9054F1D1804}" type="sibTrans" cxnId="{F9C3BA56-CE0E-4459-A0F3-4AFE116A9646}">
      <dgm:prSet/>
      <dgm:spPr/>
      <dgm:t>
        <a:bodyPr/>
        <a:lstStyle/>
        <a:p>
          <a:endParaRPr lang="en-US"/>
        </a:p>
      </dgm:t>
    </dgm:pt>
    <dgm:pt modelId="{CDAD5751-F6F6-4ABF-BBC6-9D98234BA0A5}">
      <dgm:prSet/>
      <dgm:spPr/>
      <dgm:t>
        <a:bodyPr/>
        <a:lstStyle/>
        <a:p>
          <a:r>
            <a:rPr lang="en-US"/>
            <a:t>Conclusion: Simple technology choices can make charity more transparent</a:t>
          </a:r>
        </a:p>
      </dgm:t>
    </dgm:pt>
    <dgm:pt modelId="{9D85CCA3-F2A9-456B-A3BE-90B992A49B4F}" type="parTrans" cxnId="{97F59440-215A-48CA-814C-0971883AA514}">
      <dgm:prSet/>
      <dgm:spPr/>
      <dgm:t>
        <a:bodyPr/>
        <a:lstStyle/>
        <a:p>
          <a:endParaRPr lang="en-US"/>
        </a:p>
      </dgm:t>
    </dgm:pt>
    <dgm:pt modelId="{127F8679-FC07-439C-A044-19819CD97DA9}" type="sibTrans" cxnId="{97F59440-215A-48CA-814C-0971883AA514}">
      <dgm:prSet/>
      <dgm:spPr/>
      <dgm:t>
        <a:bodyPr/>
        <a:lstStyle/>
        <a:p>
          <a:endParaRPr lang="en-US"/>
        </a:p>
      </dgm:t>
    </dgm:pt>
    <dgm:pt modelId="{C3C3C304-1D20-4470-A292-259132405890}">
      <dgm:prSet/>
      <dgm:spPr/>
      <dgm:t>
        <a:bodyPr/>
        <a:lstStyle/>
        <a:p>
          <a:r>
            <a:rPr lang="en-US"/>
            <a:t>Next step: pilot with real users and gather feedback</a:t>
          </a:r>
        </a:p>
      </dgm:t>
    </dgm:pt>
    <dgm:pt modelId="{F8058D82-5371-4E0C-AF1D-40CE318FF7F7}" type="parTrans" cxnId="{2FFF1181-671C-46B0-8899-BC69D9BF3DCC}">
      <dgm:prSet/>
      <dgm:spPr/>
      <dgm:t>
        <a:bodyPr/>
        <a:lstStyle/>
        <a:p>
          <a:endParaRPr lang="en-US"/>
        </a:p>
      </dgm:t>
    </dgm:pt>
    <dgm:pt modelId="{A8D14553-2551-4FB7-877B-0E9045754610}" type="sibTrans" cxnId="{2FFF1181-671C-46B0-8899-BC69D9BF3DCC}">
      <dgm:prSet/>
      <dgm:spPr/>
      <dgm:t>
        <a:bodyPr/>
        <a:lstStyle/>
        <a:p>
          <a:endParaRPr lang="en-US"/>
        </a:p>
      </dgm:t>
    </dgm:pt>
    <dgm:pt modelId="{DABD60BC-A09A-4452-801C-90BB1FDCB1DC}" type="pres">
      <dgm:prSet presAssocID="{428073BB-A9B1-4FDB-B82F-C722CF69C1F3}" presName="root" presStyleCnt="0">
        <dgm:presLayoutVars>
          <dgm:dir/>
          <dgm:resizeHandles val="exact"/>
        </dgm:presLayoutVars>
      </dgm:prSet>
      <dgm:spPr/>
    </dgm:pt>
    <dgm:pt modelId="{7C60A44F-788B-4E7F-81F9-CDE8F69AA54C}" type="pres">
      <dgm:prSet presAssocID="{428073BB-A9B1-4FDB-B82F-C722CF69C1F3}" presName="container" presStyleCnt="0">
        <dgm:presLayoutVars>
          <dgm:dir/>
          <dgm:resizeHandles val="exact"/>
        </dgm:presLayoutVars>
      </dgm:prSet>
      <dgm:spPr/>
    </dgm:pt>
    <dgm:pt modelId="{09966855-A4F1-43DB-A4E3-FA079AD01F5A}" type="pres">
      <dgm:prSet presAssocID="{065886B1-BF5D-4C46-837B-ED9E85BDABE3}" presName="compNode" presStyleCnt="0"/>
      <dgm:spPr/>
    </dgm:pt>
    <dgm:pt modelId="{A988DAF1-6621-4554-8CBF-4D51D3A0C50E}" type="pres">
      <dgm:prSet presAssocID="{065886B1-BF5D-4C46-837B-ED9E85BDABE3}" presName="iconBgRect" presStyleLbl="bgShp" presStyleIdx="0" presStyleCnt="4"/>
      <dgm:spPr/>
    </dgm:pt>
    <dgm:pt modelId="{1022E54D-93E4-40CB-8FE2-576DD3919E0E}" type="pres">
      <dgm:prSet presAssocID="{065886B1-BF5D-4C46-837B-ED9E85BDABE3}"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Ribbon"/>
        </a:ext>
      </dgm:extLst>
    </dgm:pt>
    <dgm:pt modelId="{5D6C919F-BDC6-4108-AF49-20CA5A038828}" type="pres">
      <dgm:prSet presAssocID="{065886B1-BF5D-4C46-837B-ED9E85BDABE3}" presName="spaceRect" presStyleCnt="0"/>
      <dgm:spPr/>
    </dgm:pt>
    <dgm:pt modelId="{B8D229C4-9787-4615-9390-36B9398B9539}" type="pres">
      <dgm:prSet presAssocID="{065886B1-BF5D-4C46-837B-ED9E85BDABE3}" presName="textRect" presStyleLbl="revTx" presStyleIdx="0" presStyleCnt="4">
        <dgm:presLayoutVars>
          <dgm:chMax val="1"/>
          <dgm:chPref val="1"/>
        </dgm:presLayoutVars>
      </dgm:prSet>
      <dgm:spPr/>
    </dgm:pt>
    <dgm:pt modelId="{64FAD6AE-CBEB-4FFD-937B-9E08C0C897D3}" type="pres">
      <dgm:prSet presAssocID="{C6AE7AA8-444B-4C9A-8C3F-B4A9B7E93862}" presName="sibTrans" presStyleLbl="sibTrans2D1" presStyleIdx="0" presStyleCnt="0"/>
      <dgm:spPr/>
    </dgm:pt>
    <dgm:pt modelId="{4568C813-5AB6-4895-A216-02D91FBDDF39}" type="pres">
      <dgm:prSet presAssocID="{ABAE4A25-F3BD-4806-9E8E-901C281D659F}" presName="compNode" presStyleCnt="0"/>
      <dgm:spPr/>
    </dgm:pt>
    <dgm:pt modelId="{8D861F31-2BBF-496B-B83E-53748C2ECEFF}" type="pres">
      <dgm:prSet presAssocID="{ABAE4A25-F3BD-4806-9E8E-901C281D659F}" presName="iconBgRect" presStyleLbl="bgShp" presStyleIdx="1" presStyleCnt="4"/>
      <dgm:spPr/>
    </dgm:pt>
    <dgm:pt modelId="{F049F1C7-9A8C-4FEE-93F9-C1CB26A17F08}" type="pres">
      <dgm:prSet presAssocID="{ABAE4A25-F3BD-4806-9E8E-901C281D659F}"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Piggy Bank"/>
        </a:ext>
      </dgm:extLst>
    </dgm:pt>
    <dgm:pt modelId="{FC4D5EFF-23EE-4031-9E1F-33914319B069}" type="pres">
      <dgm:prSet presAssocID="{ABAE4A25-F3BD-4806-9E8E-901C281D659F}" presName="spaceRect" presStyleCnt="0"/>
      <dgm:spPr/>
    </dgm:pt>
    <dgm:pt modelId="{F1C74A18-0DEF-4E0F-8929-C0F783487903}" type="pres">
      <dgm:prSet presAssocID="{ABAE4A25-F3BD-4806-9E8E-901C281D659F}" presName="textRect" presStyleLbl="revTx" presStyleIdx="1" presStyleCnt="4">
        <dgm:presLayoutVars>
          <dgm:chMax val="1"/>
          <dgm:chPref val="1"/>
        </dgm:presLayoutVars>
      </dgm:prSet>
      <dgm:spPr/>
    </dgm:pt>
    <dgm:pt modelId="{BE69C1A7-F817-4E21-8652-B38194F171C8}" type="pres">
      <dgm:prSet presAssocID="{097B37D0-FD9A-4A1C-BF9C-D9054F1D1804}" presName="sibTrans" presStyleLbl="sibTrans2D1" presStyleIdx="0" presStyleCnt="0"/>
      <dgm:spPr/>
    </dgm:pt>
    <dgm:pt modelId="{648EA6FC-708E-42BD-AC4B-563CB01F05CC}" type="pres">
      <dgm:prSet presAssocID="{CDAD5751-F6F6-4ABF-BBC6-9D98234BA0A5}" presName="compNode" presStyleCnt="0"/>
      <dgm:spPr/>
    </dgm:pt>
    <dgm:pt modelId="{4944970C-585B-4180-B04E-500B2326F5C4}" type="pres">
      <dgm:prSet presAssocID="{CDAD5751-F6F6-4ABF-BBC6-9D98234BA0A5}" presName="iconBgRect" presStyleLbl="bgShp" presStyleIdx="2" presStyleCnt="4"/>
      <dgm:spPr/>
    </dgm:pt>
    <dgm:pt modelId="{D83D4FB3-5EB9-40A1-8418-D395A114AE9B}" type="pres">
      <dgm:prSet presAssocID="{CDAD5751-F6F6-4ABF-BBC6-9D98234BA0A5}"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Checkmark"/>
        </a:ext>
      </dgm:extLst>
    </dgm:pt>
    <dgm:pt modelId="{F9ECB616-4422-4B66-89D1-41A88989ADB5}" type="pres">
      <dgm:prSet presAssocID="{CDAD5751-F6F6-4ABF-BBC6-9D98234BA0A5}" presName="spaceRect" presStyleCnt="0"/>
      <dgm:spPr/>
    </dgm:pt>
    <dgm:pt modelId="{12372CDC-3C44-4311-B317-55A1F9EEAB71}" type="pres">
      <dgm:prSet presAssocID="{CDAD5751-F6F6-4ABF-BBC6-9D98234BA0A5}" presName="textRect" presStyleLbl="revTx" presStyleIdx="2" presStyleCnt="4">
        <dgm:presLayoutVars>
          <dgm:chMax val="1"/>
          <dgm:chPref val="1"/>
        </dgm:presLayoutVars>
      </dgm:prSet>
      <dgm:spPr/>
    </dgm:pt>
    <dgm:pt modelId="{AE498A71-BFD3-4322-B534-475A18F270E0}" type="pres">
      <dgm:prSet presAssocID="{127F8679-FC07-439C-A044-19819CD97DA9}" presName="sibTrans" presStyleLbl="sibTrans2D1" presStyleIdx="0" presStyleCnt="0"/>
      <dgm:spPr/>
    </dgm:pt>
    <dgm:pt modelId="{BAF390DC-6503-4512-B3D4-C7518E740B12}" type="pres">
      <dgm:prSet presAssocID="{C3C3C304-1D20-4470-A292-259132405890}" presName="compNode" presStyleCnt="0"/>
      <dgm:spPr/>
    </dgm:pt>
    <dgm:pt modelId="{75BD693D-8491-4214-9A1F-963C8CBB1ED8}" type="pres">
      <dgm:prSet presAssocID="{C3C3C304-1D20-4470-A292-259132405890}" presName="iconBgRect" presStyleLbl="bgShp" presStyleIdx="3" presStyleCnt="4"/>
      <dgm:spPr/>
    </dgm:pt>
    <dgm:pt modelId="{338160FE-1268-4195-8315-9D69F38C353D}" type="pres">
      <dgm:prSet presAssocID="{C3C3C304-1D20-4470-A292-259132405890}"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Users"/>
        </a:ext>
      </dgm:extLst>
    </dgm:pt>
    <dgm:pt modelId="{9B946E2A-5B83-464D-8341-51F993F1247A}" type="pres">
      <dgm:prSet presAssocID="{C3C3C304-1D20-4470-A292-259132405890}" presName="spaceRect" presStyleCnt="0"/>
      <dgm:spPr/>
    </dgm:pt>
    <dgm:pt modelId="{2C42BC54-EEA4-4DC3-9999-F9A495C4EB4D}" type="pres">
      <dgm:prSet presAssocID="{C3C3C304-1D20-4470-A292-259132405890}" presName="textRect" presStyleLbl="revTx" presStyleIdx="3" presStyleCnt="4">
        <dgm:presLayoutVars>
          <dgm:chMax val="1"/>
          <dgm:chPref val="1"/>
        </dgm:presLayoutVars>
      </dgm:prSet>
      <dgm:spPr/>
    </dgm:pt>
  </dgm:ptLst>
  <dgm:cxnLst>
    <dgm:cxn modelId="{C99ACD3E-0CF0-44C6-82A6-D3739C418908}" type="presOf" srcId="{127F8679-FC07-439C-A044-19819CD97DA9}" destId="{AE498A71-BFD3-4322-B534-475A18F270E0}" srcOrd="0" destOrd="0" presId="urn:microsoft.com/office/officeart/2018/2/layout/IconCircleList"/>
    <dgm:cxn modelId="{97F59440-215A-48CA-814C-0971883AA514}" srcId="{428073BB-A9B1-4FDB-B82F-C722CF69C1F3}" destId="{CDAD5751-F6F6-4ABF-BBC6-9D98234BA0A5}" srcOrd="2" destOrd="0" parTransId="{9D85CCA3-F2A9-456B-A3BE-90B992A49B4F}" sibTransId="{127F8679-FC07-439C-A044-19819CD97DA9}"/>
    <dgm:cxn modelId="{FF8C575E-7A0F-44A0-AFCF-65275D41E7E5}" srcId="{428073BB-A9B1-4FDB-B82F-C722CF69C1F3}" destId="{065886B1-BF5D-4C46-837B-ED9E85BDABE3}" srcOrd="0" destOrd="0" parTransId="{57753CAF-5E18-40B1-9B75-52F6DB9C589C}" sibTransId="{C6AE7AA8-444B-4C9A-8C3F-B4A9B7E93862}"/>
    <dgm:cxn modelId="{563A6863-A44A-432F-94F6-588F87243DE0}" type="presOf" srcId="{428073BB-A9B1-4FDB-B82F-C722CF69C1F3}" destId="{DABD60BC-A09A-4452-801C-90BB1FDCB1DC}" srcOrd="0" destOrd="0" presId="urn:microsoft.com/office/officeart/2018/2/layout/IconCircleList"/>
    <dgm:cxn modelId="{55F59045-C9D0-4FBC-ADCB-AE3D6776BDDD}" type="presOf" srcId="{C6AE7AA8-444B-4C9A-8C3F-B4A9B7E93862}" destId="{64FAD6AE-CBEB-4FFD-937B-9E08C0C897D3}" srcOrd="0" destOrd="0" presId="urn:microsoft.com/office/officeart/2018/2/layout/IconCircleList"/>
    <dgm:cxn modelId="{67E98753-9362-4B63-9602-D579F46BFCE7}" type="presOf" srcId="{ABAE4A25-F3BD-4806-9E8E-901C281D659F}" destId="{F1C74A18-0DEF-4E0F-8929-C0F783487903}" srcOrd="0" destOrd="0" presId="urn:microsoft.com/office/officeart/2018/2/layout/IconCircleList"/>
    <dgm:cxn modelId="{F9C3BA56-CE0E-4459-A0F3-4AFE116A9646}" srcId="{428073BB-A9B1-4FDB-B82F-C722CF69C1F3}" destId="{ABAE4A25-F3BD-4806-9E8E-901C281D659F}" srcOrd="1" destOrd="0" parTransId="{76781641-91CD-42C3-8027-3530660DAC27}" sibTransId="{097B37D0-FD9A-4A1C-BF9C-D9054F1D1804}"/>
    <dgm:cxn modelId="{2FFF1181-671C-46B0-8899-BC69D9BF3DCC}" srcId="{428073BB-A9B1-4FDB-B82F-C722CF69C1F3}" destId="{C3C3C304-1D20-4470-A292-259132405890}" srcOrd="3" destOrd="0" parTransId="{F8058D82-5371-4E0C-AF1D-40CE318FF7F7}" sibTransId="{A8D14553-2551-4FB7-877B-0E9045754610}"/>
    <dgm:cxn modelId="{A695CF95-285D-401B-9F32-1C6D5A7B4470}" type="presOf" srcId="{CDAD5751-F6F6-4ABF-BBC6-9D98234BA0A5}" destId="{12372CDC-3C44-4311-B317-55A1F9EEAB71}" srcOrd="0" destOrd="0" presId="urn:microsoft.com/office/officeart/2018/2/layout/IconCircleList"/>
    <dgm:cxn modelId="{5B1ED2CF-1494-45ED-A3C7-ED8ACDD26CDA}" type="presOf" srcId="{065886B1-BF5D-4C46-837B-ED9E85BDABE3}" destId="{B8D229C4-9787-4615-9390-36B9398B9539}" srcOrd="0" destOrd="0" presId="urn:microsoft.com/office/officeart/2018/2/layout/IconCircleList"/>
    <dgm:cxn modelId="{E0A92DEA-FE70-4A92-A3CF-BB7DF0D8BD6D}" type="presOf" srcId="{097B37D0-FD9A-4A1C-BF9C-D9054F1D1804}" destId="{BE69C1A7-F817-4E21-8652-B38194F171C8}" srcOrd="0" destOrd="0" presId="urn:microsoft.com/office/officeart/2018/2/layout/IconCircleList"/>
    <dgm:cxn modelId="{BADD10FA-34E9-41C2-8F4C-DDADF5543AEE}" type="presOf" srcId="{C3C3C304-1D20-4470-A292-259132405890}" destId="{2C42BC54-EEA4-4DC3-9999-F9A495C4EB4D}" srcOrd="0" destOrd="0" presId="urn:microsoft.com/office/officeart/2018/2/layout/IconCircleList"/>
    <dgm:cxn modelId="{C729E3B9-5976-40A2-A7B4-85F7A7398744}" type="presParOf" srcId="{DABD60BC-A09A-4452-801C-90BB1FDCB1DC}" destId="{7C60A44F-788B-4E7F-81F9-CDE8F69AA54C}" srcOrd="0" destOrd="0" presId="urn:microsoft.com/office/officeart/2018/2/layout/IconCircleList"/>
    <dgm:cxn modelId="{A4D35E06-ADFF-4561-9868-78D537136D75}" type="presParOf" srcId="{7C60A44F-788B-4E7F-81F9-CDE8F69AA54C}" destId="{09966855-A4F1-43DB-A4E3-FA079AD01F5A}" srcOrd="0" destOrd="0" presId="urn:microsoft.com/office/officeart/2018/2/layout/IconCircleList"/>
    <dgm:cxn modelId="{4F5A5092-9B91-44A0-A833-FF2A1841B68B}" type="presParOf" srcId="{09966855-A4F1-43DB-A4E3-FA079AD01F5A}" destId="{A988DAF1-6621-4554-8CBF-4D51D3A0C50E}" srcOrd="0" destOrd="0" presId="urn:microsoft.com/office/officeart/2018/2/layout/IconCircleList"/>
    <dgm:cxn modelId="{1EC51944-2BD6-41DF-BCF3-A7E5E6E92F26}" type="presParOf" srcId="{09966855-A4F1-43DB-A4E3-FA079AD01F5A}" destId="{1022E54D-93E4-40CB-8FE2-576DD3919E0E}" srcOrd="1" destOrd="0" presId="urn:microsoft.com/office/officeart/2018/2/layout/IconCircleList"/>
    <dgm:cxn modelId="{8247ADAD-9362-4C47-A64A-535D1F0542ED}" type="presParOf" srcId="{09966855-A4F1-43DB-A4E3-FA079AD01F5A}" destId="{5D6C919F-BDC6-4108-AF49-20CA5A038828}" srcOrd="2" destOrd="0" presId="urn:microsoft.com/office/officeart/2018/2/layout/IconCircleList"/>
    <dgm:cxn modelId="{63D5E62C-49F4-4426-90D7-4B1125769A36}" type="presParOf" srcId="{09966855-A4F1-43DB-A4E3-FA079AD01F5A}" destId="{B8D229C4-9787-4615-9390-36B9398B9539}" srcOrd="3" destOrd="0" presId="urn:microsoft.com/office/officeart/2018/2/layout/IconCircleList"/>
    <dgm:cxn modelId="{7F880622-B7E4-4A98-A83A-D14EA669267D}" type="presParOf" srcId="{7C60A44F-788B-4E7F-81F9-CDE8F69AA54C}" destId="{64FAD6AE-CBEB-4FFD-937B-9E08C0C897D3}" srcOrd="1" destOrd="0" presId="urn:microsoft.com/office/officeart/2018/2/layout/IconCircleList"/>
    <dgm:cxn modelId="{65483506-4B77-425B-9A6B-396244F03A08}" type="presParOf" srcId="{7C60A44F-788B-4E7F-81F9-CDE8F69AA54C}" destId="{4568C813-5AB6-4895-A216-02D91FBDDF39}" srcOrd="2" destOrd="0" presId="urn:microsoft.com/office/officeart/2018/2/layout/IconCircleList"/>
    <dgm:cxn modelId="{9546A5FC-D317-40B0-A01B-287CE8A8482F}" type="presParOf" srcId="{4568C813-5AB6-4895-A216-02D91FBDDF39}" destId="{8D861F31-2BBF-496B-B83E-53748C2ECEFF}" srcOrd="0" destOrd="0" presId="urn:microsoft.com/office/officeart/2018/2/layout/IconCircleList"/>
    <dgm:cxn modelId="{691A8015-DE37-48E2-A51C-210D549CA989}" type="presParOf" srcId="{4568C813-5AB6-4895-A216-02D91FBDDF39}" destId="{F049F1C7-9A8C-4FEE-93F9-C1CB26A17F08}" srcOrd="1" destOrd="0" presId="urn:microsoft.com/office/officeart/2018/2/layout/IconCircleList"/>
    <dgm:cxn modelId="{845BE757-C19F-4507-AA0C-E3B1CE4DE4AA}" type="presParOf" srcId="{4568C813-5AB6-4895-A216-02D91FBDDF39}" destId="{FC4D5EFF-23EE-4031-9E1F-33914319B069}" srcOrd="2" destOrd="0" presId="urn:microsoft.com/office/officeart/2018/2/layout/IconCircleList"/>
    <dgm:cxn modelId="{F0124CD5-CBB4-471E-80FA-94ADB812D643}" type="presParOf" srcId="{4568C813-5AB6-4895-A216-02D91FBDDF39}" destId="{F1C74A18-0DEF-4E0F-8929-C0F783487903}" srcOrd="3" destOrd="0" presId="urn:microsoft.com/office/officeart/2018/2/layout/IconCircleList"/>
    <dgm:cxn modelId="{A4398BED-D9D1-4E27-A8AA-7D9AC44530E7}" type="presParOf" srcId="{7C60A44F-788B-4E7F-81F9-CDE8F69AA54C}" destId="{BE69C1A7-F817-4E21-8652-B38194F171C8}" srcOrd="3" destOrd="0" presId="urn:microsoft.com/office/officeart/2018/2/layout/IconCircleList"/>
    <dgm:cxn modelId="{B5244DBB-8137-46E8-9549-41A7CB9F5316}" type="presParOf" srcId="{7C60A44F-788B-4E7F-81F9-CDE8F69AA54C}" destId="{648EA6FC-708E-42BD-AC4B-563CB01F05CC}" srcOrd="4" destOrd="0" presId="urn:microsoft.com/office/officeart/2018/2/layout/IconCircleList"/>
    <dgm:cxn modelId="{BEF5D4B6-F145-4664-8528-FCEC62ABE34C}" type="presParOf" srcId="{648EA6FC-708E-42BD-AC4B-563CB01F05CC}" destId="{4944970C-585B-4180-B04E-500B2326F5C4}" srcOrd="0" destOrd="0" presId="urn:microsoft.com/office/officeart/2018/2/layout/IconCircleList"/>
    <dgm:cxn modelId="{42A17A63-A013-4585-B0D7-3A1AEAC0EFC0}" type="presParOf" srcId="{648EA6FC-708E-42BD-AC4B-563CB01F05CC}" destId="{D83D4FB3-5EB9-40A1-8418-D395A114AE9B}" srcOrd="1" destOrd="0" presId="urn:microsoft.com/office/officeart/2018/2/layout/IconCircleList"/>
    <dgm:cxn modelId="{FFF63BF3-6235-46C4-94A1-4DFEF768B64F}" type="presParOf" srcId="{648EA6FC-708E-42BD-AC4B-563CB01F05CC}" destId="{F9ECB616-4422-4B66-89D1-41A88989ADB5}" srcOrd="2" destOrd="0" presId="urn:microsoft.com/office/officeart/2018/2/layout/IconCircleList"/>
    <dgm:cxn modelId="{ECBC4541-0BDE-4FDF-B365-2E64A3DF005F}" type="presParOf" srcId="{648EA6FC-708E-42BD-AC4B-563CB01F05CC}" destId="{12372CDC-3C44-4311-B317-55A1F9EEAB71}" srcOrd="3" destOrd="0" presId="urn:microsoft.com/office/officeart/2018/2/layout/IconCircleList"/>
    <dgm:cxn modelId="{5591EEE6-5600-4904-B05A-CE1A64E6F2FF}" type="presParOf" srcId="{7C60A44F-788B-4E7F-81F9-CDE8F69AA54C}" destId="{AE498A71-BFD3-4322-B534-475A18F270E0}" srcOrd="5" destOrd="0" presId="urn:microsoft.com/office/officeart/2018/2/layout/IconCircleList"/>
    <dgm:cxn modelId="{44738892-7874-43DE-B69C-8B9303A216F7}" type="presParOf" srcId="{7C60A44F-788B-4E7F-81F9-CDE8F69AA54C}" destId="{BAF390DC-6503-4512-B3D4-C7518E740B12}" srcOrd="6" destOrd="0" presId="urn:microsoft.com/office/officeart/2018/2/layout/IconCircleList"/>
    <dgm:cxn modelId="{9C84050F-CF09-4109-8B16-53CCE31AA8A1}" type="presParOf" srcId="{BAF390DC-6503-4512-B3D4-C7518E740B12}" destId="{75BD693D-8491-4214-9A1F-963C8CBB1ED8}" srcOrd="0" destOrd="0" presId="urn:microsoft.com/office/officeart/2018/2/layout/IconCircleList"/>
    <dgm:cxn modelId="{D5D61319-444C-4C4D-9818-BC14642A5170}" type="presParOf" srcId="{BAF390DC-6503-4512-B3D4-C7518E740B12}" destId="{338160FE-1268-4195-8315-9D69F38C353D}" srcOrd="1" destOrd="0" presId="urn:microsoft.com/office/officeart/2018/2/layout/IconCircleList"/>
    <dgm:cxn modelId="{AE3FF975-AD25-4E4B-9BF8-111F3333B30E}" type="presParOf" srcId="{BAF390DC-6503-4512-B3D4-C7518E740B12}" destId="{9B946E2A-5B83-464D-8341-51F993F1247A}" srcOrd="2" destOrd="0" presId="urn:microsoft.com/office/officeart/2018/2/layout/IconCircleList"/>
    <dgm:cxn modelId="{EB94B0B3-CD64-48C3-9CD3-EFDF8F90D17E}" type="presParOf" srcId="{BAF390DC-6503-4512-B3D4-C7518E740B12}" destId="{2C42BC54-EEA4-4DC3-9999-F9A495C4EB4D}" srcOrd="3" destOrd="0" presId="urn:microsoft.com/office/officeart/2018/2/layout/IconCircleList"/>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8B8B4D3-CA03-4981-B795-6BC27AD8414A}">
      <dsp:nvSpPr>
        <dsp:cNvPr id="0" name=""/>
        <dsp:cNvSpPr/>
      </dsp:nvSpPr>
      <dsp:spPr>
        <a:xfrm>
          <a:off x="0" y="641"/>
          <a:ext cx="5913437" cy="1500047"/>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6E26FF5-B3D6-45FE-9A95-36E3DD3DE048}">
      <dsp:nvSpPr>
        <dsp:cNvPr id="0" name=""/>
        <dsp:cNvSpPr/>
      </dsp:nvSpPr>
      <dsp:spPr>
        <a:xfrm>
          <a:off x="453764" y="338151"/>
          <a:ext cx="825026" cy="82502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8FF964E-D935-42D2-87FD-EDC1F9D49770}">
      <dsp:nvSpPr>
        <dsp:cNvPr id="0" name=""/>
        <dsp:cNvSpPr/>
      </dsp:nvSpPr>
      <dsp:spPr>
        <a:xfrm>
          <a:off x="1732555" y="641"/>
          <a:ext cx="4180881" cy="150004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8755" tIns="158755" rIns="158755" bIns="158755" numCol="1" spcCol="1270" anchor="ctr" anchorCtr="0">
          <a:noAutofit/>
        </a:bodyPr>
        <a:lstStyle/>
        <a:p>
          <a:pPr marL="0" lvl="0" indent="0" algn="l" defTabSz="977900">
            <a:lnSpc>
              <a:spcPct val="90000"/>
            </a:lnSpc>
            <a:spcBef>
              <a:spcPct val="0"/>
            </a:spcBef>
            <a:spcAft>
              <a:spcPct val="35000"/>
            </a:spcAft>
            <a:buNone/>
          </a:pPr>
          <a:r>
            <a:rPr lang="en-US" sz="2200" kern="1200"/>
            <a:t>Problem: Donors often cannot clearly see how funds are handled</a:t>
          </a:r>
        </a:p>
      </dsp:txBody>
      <dsp:txXfrm>
        <a:off x="1732555" y="641"/>
        <a:ext cx="4180881" cy="1500047"/>
      </dsp:txXfrm>
    </dsp:sp>
    <dsp:sp modelId="{4270EEC3-18A1-4985-A068-DFBB1079A15E}">
      <dsp:nvSpPr>
        <dsp:cNvPr id="0" name=""/>
        <dsp:cNvSpPr/>
      </dsp:nvSpPr>
      <dsp:spPr>
        <a:xfrm>
          <a:off x="0" y="1875701"/>
          <a:ext cx="5913437" cy="1500047"/>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2F64E05-8A8E-4968-892D-00B83F25F87C}">
      <dsp:nvSpPr>
        <dsp:cNvPr id="0" name=""/>
        <dsp:cNvSpPr/>
      </dsp:nvSpPr>
      <dsp:spPr>
        <a:xfrm>
          <a:off x="453764" y="2213211"/>
          <a:ext cx="825026" cy="82502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D2B404E2-5B6D-4524-B3F8-610981774BB9}">
      <dsp:nvSpPr>
        <dsp:cNvPr id="0" name=""/>
        <dsp:cNvSpPr/>
      </dsp:nvSpPr>
      <dsp:spPr>
        <a:xfrm>
          <a:off x="1732555" y="1875701"/>
          <a:ext cx="4180881" cy="150004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8755" tIns="158755" rIns="158755" bIns="158755" numCol="1" spcCol="1270" anchor="ctr" anchorCtr="0">
          <a:noAutofit/>
        </a:bodyPr>
        <a:lstStyle/>
        <a:p>
          <a:pPr marL="0" lvl="0" indent="0" algn="l" defTabSz="977900">
            <a:lnSpc>
              <a:spcPct val="90000"/>
            </a:lnSpc>
            <a:spcBef>
              <a:spcPct val="0"/>
            </a:spcBef>
            <a:spcAft>
              <a:spcPct val="35000"/>
            </a:spcAft>
            <a:buNone/>
          </a:pPr>
          <a:r>
            <a:rPr lang="en-US" sz="2200" kern="1200"/>
            <a:t>Vision: Let people donate directly with clear public tracking</a:t>
          </a:r>
        </a:p>
      </dsp:txBody>
      <dsp:txXfrm>
        <a:off x="1732555" y="1875701"/>
        <a:ext cx="4180881" cy="1500047"/>
      </dsp:txXfrm>
    </dsp:sp>
    <dsp:sp modelId="{CBC51E6D-CF1F-44FE-9B62-219C40D270A8}">
      <dsp:nvSpPr>
        <dsp:cNvPr id="0" name=""/>
        <dsp:cNvSpPr/>
      </dsp:nvSpPr>
      <dsp:spPr>
        <a:xfrm>
          <a:off x="0" y="3750760"/>
          <a:ext cx="5913437" cy="1500047"/>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5CE51FF-C8E9-4107-8081-0CE8C04418E2}">
      <dsp:nvSpPr>
        <dsp:cNvPr id="0" name=""/>
        <dsp:cNvSpPr/>
      </dsp:nvSpPr>
      <dsp:spPr>
        <a:xfrm>
          <a:off x="453764" y="4088271"/>
          <a:ext cx="825026" cy="82502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39ADF4D0-55E5-4D04-A2CC-EB56FF7553BA}">
      <dsp:nvSpPr>
        <dsp:cNvPr id="0" name=""/>
        <dsp:cNvSpPr/>
      </dsp:nvSpPr>
      <dsp:spPr>
        <a:xfrm>
          <a:off x="1732555" y="3750760"/>
          <a:ext cx="4180881" cy="150004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8755" tIns="158755" rIns="158755" bIns="158755" numCol="1" spcCol="1270" anchor="ctr" anchorCtr="0">
          <a:noAutofit/>
        </a:bodyPr>
        <a:lstStyle/>
        <a:p>
          <a:pPr marL="0" lvl="0" indent="0" algn="l" defTabSz="977900">
            <a:lnSpc>
              <a:spcPct val="90000"/>
            </a:lnSpc>
            <a:spcBef>
              <a:spcPct val="0"/>
            </a:spcBef>
            <a:spcAft>
              <a:spcPct val="35000"/>
            </a:spcAft>
            <a:buNone/>
          </a:pPr>
          <a:r>
            <a:rPr lang="en-US" sz="2200" kern="1200"/>
            <a:t>Solution: A charity app that records each donation openly and safely</a:t>
          </a:r>
        </a:p>
      </dsp:txBody>
      <dsp:txXfrm>
        <a:off x="1732555" y="3750760"/>
        <a:ext cx="4180881" cy="150004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177D684-AE67-4178-8E41-593357EAAD44}">
      <dsp:nvSpPr>
        <dsp:cNvPr id="0" name=""/>
        <dsp:cNvSpPr/>
      </dsp:nvSpPr>
      <dsp:spPr>
        <a:xfrm>
          <a:off x="0" y="2179"/>
          <a:ext cx="5913437" cy="110465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1BB4E53-D700-487D-BFDA-5B2E6CE50BFC}">
      <dsp:nvSpPr>
        <dsp:cNvPr id="0" name=""/>
        <dsp:cNvSpPr/>
      </dsp:nvSpPr>
      <dsp:spPr>
        <a:xfrm>
          <a:off x="334156" y="250725"/>
          <a:ext cx="607557" cy="60755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AEB8B090-6454-4A27-94FE-F2CB6F262196}">
      <dsp:nvSpPr>
        <dsp:cNvPr id="0" name=""/>
        <dsp:cNvSpPr/>
      </dsp:nvSpPr>
      <dsp:spPr>
        <a:xfrm>
          <a:off x="1275871" y="2179"/>
          <a:ext cx="4637565" cy="11046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6909" tIns="116909" rIns="116909" bIns="116909" numCol="1" spcCol="1270" anchor="ctr" anchorCtr="0">
          <a:noAutofit/>
        </a:bodyPr>
        <a:lstStyle/>
        <a:p>
          <a:pPr marL="0" lvl="0" indent="0" algn="l" defTabSz="889000">
            <a:lnSpc>
              <a:spcPct val="90000"/>
            </a:lnSpc>
            <a:spcBef>
              <a:spcPct val="0"/>
            </a:spcBef>
            <a:spcAft>
              <a:spcPct val="35000"/>
            </a:spcAft>
            <a:buNone/>
          </a:pPr>
          <a:r>
            <a:rPr lang="en-US" sz="2000" kern="1200"/>
            <a:t>Create Campaigns: Start a fundraiser with a target and deadline</a:t>
          </a:r>
        </a:p>
      </dsp:txBody>
      <dsp:txXfrm>
        <a:off x="1275871" y="2179"/>
        <a:ext cx="4637565" cy="1104650"/>
      </dsp:txXfrm>
    </dsp:sp>
    <dsp:sp modelId="{BE78B3F0-BE52-4A95-8E17-542C4438AD65}">
      <dsp:nvSpPr>
        <dsp:cNvPr id="0" name=""/>
        <dsp:cNvSpPr/>
      </dsp:nvSpPr>
      <dsp:spPr>
        <a:xfrm>
          <a:off x="0" y="1382992"/>
          <a:ext cx="5913437" cy="110465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EE40119-9C8B-469D-AC84-E9E2B25081BF}">
      <dsp:nvSpPr>
        <dsp:cNvPr id="0" name=""/>
        <dsp:cNvSpPr/>
      </dsp:nvSpPr>
      <dsp:spPr>
        <a:xfrm>
          <a:off x="334156" y="1631539"/>
          <a:ext cx="607557" cy="60755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EC62513C-B614-467A-821A-C3D5F186587C}">
      <dsp:nvSpPr>
        <dsp:cNvPr id="0" name=""/>
        <dsp:cNvSpPr/>
      </dsp:nvSpPr>
      <dsp:spPr>
        <a:xfrm>
          <a:off x="1275871" y="1382992"/>
          <a:ext cx="4637565" cy="11046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6909" tIns="116909" rIns="116909" bIns="116909" numCol="1" spcCol="1270" anchor="ctr" anchorCtr="0">
          <a:noAutofit/>
        </a:bodyPr>
        <a:lstStyle/>
        <a:p>
          <a:pPr marL="0" lvl="0" indent="0" algn="l" defTabSz="889000">
            <a:lnSpc>
              <a:spcPct val="90000"/>
            </a:lnSpc>
            <a:spcBef>
              <a:spcPct val="0"/>
            </a:spcBef>
            <a:spcAft>
              <a:spcPct val="35000"/>
            </a:spcAft>
            <a:buNone/>
          </a:pPr>
          <a:r>
            <a:rPr lang="en-US" sz="2000" kern="1200"/>
            <a:t>Direct Donations: Send support straight to the selected campaign</a:t>
          </a:r>
        </a:p>
      </dsp:txBody>
      <dsp:txXfrm>
        <a:off x="1275871" y="1382992"/>
        <a:ext cx="4637565" cy="1104650"/>
      </dsp:txXfrm>
    </dsp:sp>
    <dsp:sp modelId="{0EE11069-660D-4997-854B-0CB1360177C7}">
      <dsp:nvSpPr>
        <dsp:cNvPr id="0" name=""/>
        <dsp:cNvSpPr/>
      </dsp:nvSpPr>
      <dsp:spPr>
        <a:xfrm>
          <a:off x="0" y="2763806"/>
          <a:ext cx="5913437" cy="110465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7296CD8-7DD8-4EE9-9B9B-BBC28B34A23E}">
      <dsp:nvSpPr>
        <dsp:cNvPr id="0" name=""/>
        <dsp:cNvSpPr/>
      </dsp:nvSpPr>
      <dsp:spPr>
        <a:xfrm>
          <a:off x="334156" y="3012352"/>
          <a:ext cx="607557" cy="60755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780D4C73-CDA6-4AE5-86E2-198476D20313}">
      <dsp:nvSpPr>
        <dsp:cNvPr id="0" name=""/>
        <dsp:cNvSpPr/>
      </dsp:nvSpPr>
      <dsp:spPr>
        <a:xfrm>
          <a:off x="1275871" y="2763806"/>
          <a:ext cx="4637565" cy="11046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6909" tIns="116909" rIns="116909" bIns="116909" numCol="1" spcCol="1270" anchor="ctr" anchorCtr="0">
          <a:noAutofit/>
        </a:bodyPr>
        <a:lstStyle/>
        <a:p>
          <a:pPr marL="0" lvl="0" indent="0" algn="l" defTabSz="889000">
            <a:lnSpc>
              <a:spcPct val="90000"/>
            </a:lnSpc>
            <a:spcBef>
              <a:spcPct val="0"/>
            </a:spcBef>
            <a:spcAft>
              <a:spcPct val="35000"/>
            </a:spcAft>
            <a:buNone/>
          </a:pPr>
          <a:r>
            <a:rPr lang="en-US" sz="2000" kern="1200"/>
            <a:t>Live Progress: See how close each campaign is to its goal</a:t>
          </a:r>
        </a:p>
      </dsp:txBody>
      <dsp:txXfrm>
        <a:off x="1275871" y="2763806"/>
        <a:ext cx="4637565" cy="1104650"/>
      </dsp:txXfrm>
    </dsp:sp>
    <dsp:sp modelId="{345F0DB9-1B41-4BFC-8506-8216E3AA6525}">
      <dsp:nvSpPr>
        <dsp:cNvPr id="0" name=""/>
        <dsp:cNvSpPr/>
      </dsp:nvSpPr>
      <dsp:spPr>
        <a:xfrm>
          <a:off x="0" y="4144619"/>
          <a:ext cx="5913437" cy="110465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0897BC7-5558-422F-A4D4-456C1D5AD641}">
      <dsp:nvSpPr>
        <dsp:cNvPr id="0" name=""/>
        <dsp:cNvSpPr/>
      </dsp:nvSpPr>
      <dsp:spPr>
        <a:xfrm>
          <a:off x="334156" y="4393166"/>
          <a:ext cx="607557" cy="60755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1C5D61AA-0D49-493C-8FC2-9C53FB861EAA}">
      <dsp:nvSpPr>
        <dsp:cNvPr id="0" name=""/>
        <dsp:cNvSpPr/>
      </dsp:nvSpPr>
      <dsp:spPr>
        <a:xfrm>
          <a:off x="1275871" y="4144619"/>
          <a:ext cx="4637565" cy="11046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6909" tIns="116909" rIns="116909" bIns="116909" numCol="1" spcCol="1270" anchor="ctr" anchorCtr="0">
          <a:noAutofit/>
        </a:bodyPr>
        <a:lstStyle/>
        <a:p>
          <a:pPr marL="0" lvl="0" indent="0" algn="l" defTabSz="889000">
            <a:lnSpc>
              <a:spcPct val="90000"/>
            </a:lnSpc>
            <a:spcBef>
              <a:spcPct val="0"/>
            </a:spcBef>
            <a:spcAft>
              <a:spcPct val="35000"/>
            </a:spcAft>
            <a:buNone/>
          </a:pPr>
          <a:r>
            <a:rPr lang="en-US" sz="2000" kern="1200"/>
            <a:t>Open Records: Donation history is visible and hard to tamper with</a:t>
          </a:r>
        </a:p>
      </dsp:txBody>
      <dsp:txXfrm>
        <a:off x="1275871" y="4144619"/>
        <a:ext cx="4637565" cy="110465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C7DC19-9A90-4867-94B3-99C4A08342F0}">
      <dsp:nvSpPr>
        <dsp:cNvPr id="0" name=""/>
        <dsp:cNvSpPr/>
      </dsp:nvSpPr>
      <dsp:spPr>
        <a:xfrm>
          <a:off x="0" y="2179"/>
          <a:ext cx="5913437" cy="110465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E42EC77-2AA6-4C54-B812-F2413F91AA77}">
      <dsp:nvSpPr>
        <dsp:cNvPr id="0" name=""/>
        <dsp:cNvSpPr/>
      </dsp:nvSpPr>
      <dsp:spPr>
        <a:xfrm>
          <a:off x="334156" y="250725"/>
          <a:ext cx="607557" cy="60755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1A92FCDB-0A07-4CD6-9B8C-4FD2969E3E49}">
      <dsp:nvSpPr>
        <dsp:cNvPr id="0" name=""/>
        <dsp:cNvSpPr/>
      </dsp:nvSpPr>
      <dsp:spPr>
        <a:xfrm>
          <a:off x="1275871" y="2179"/>
          <a:ext cx="4637565" cy="11046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6909" tIns="116909" rIns="116909" bIns="116909" numCol="1" spcCol="1270" anchor="ctr" anchorCtr="0">
          <a:noAutofit/>
        </a:bodyPr>
        <a:lstStyle/>
        <a:p>
          <a:pPr marL="0" lvl="0" indent="0" algn="l" defTabSz="889000">
            <a:lnSpc>
              <a:spcPct val="90000"/>
            </a:lnSpc>
            <a:spcBef>
              <a:spcPct val="0"/>
            </a:spcBef>
            <a:spcAft>
              <a:spcPct val="35000"/>
            </a:spcAft>
            <a:buNone/>
          </a:pPr>
          <a:r>
            <a:rPr lang="en-US" sz="2000" kern="1200"/>
            <a:t>Website: Built with modern React tools for a smooth user experience</a:t>
          </a:r>
        </a:p>
      </dsp:txBody>
      <dsp:txXfrm>
        <a:off x="1275871" y="2179"/>
        <a:ext cx="4637565" cy="1104650"/>
      </dsp:txXfrm>
    </dsp:sp>
    <dsp:sp modelId="{67EAB4C4-654C-4CC4-8714-A4A71CA5D237}">
      <dsp:nvSpPr>
        <dsp:cNvPr id="0" name=""/>
        <dsp:cNvSpPr/>
      </dsp:nvSpPr>
      <dsp:spPr>
        <a:xfrm>
          <a:off x="0" y="1382992"/>
          <a:ext cx="5913437" cy="110465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0408C2C-327C-4B11-9F67-D0FE518C3C1A}">
      <dsp:nvSpPr>
        <dsp:cNvPr id="0" name=""/>
        <dsp:cNvSpPr/>
      </dsp:nvSpPr>
      <dsp:spPr>
        <a:xfrm>
          <a:off x="334156" y="1631539"/>
          <a:ext cx="607557" cy="60755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A1E14CA-9C05-49F6-B1E7-A6A946B5B239}">
      <dsp:nvSpPr>
        <dsp:cNvPr id="0" name=""/>
        <dsp:cNvSpPr/>
      </dsp:nvSpPr>
      <dsp:spPr>
        <a:xfrm>
          <a:off x="1275871" y="1382992"/>
          <a:ext cx="4637565" cy="11046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6909" tIns="116909" rIns="116909" bIns="116909" numCol="1" spcCol="1270" anchor="ctr" anchorCtr="0">
          <a:noAutofit/>
        </a:bodyPr>
        <a:lstStyle/>
        <a:p>
          <a:pPr marL="0" lvl="0" indent="0" algn="l" defTabSz="889000">
            <a:lnSpc>
              <a:spcPct val="90000"/>
            </a:lnSpc>
            <a:spcBef>
              <a:spcPct val="0"/>
            </a:spcBef>
            <a:spcAft>
              <a:spcPct val="35000"/>
            </a:spcAft>
            <a:buNone/>
          </a:pPr>
          <a:r>
            <a:rPr lang="en-US" sz="2000" kern="1200"/>
            <a:t>Core Logic: Donation rules are handled by smart contract code</a:t>
          </a:r>
        </a:p>
      </dsp:txBody>
      <dsp:txXfrm>
        <a:off x="1275871" y="1382992"/>
        <a:ext cx="4637565" cy="1104650"/>
      </dsp:txXfrm>
    </dsp:sp>
    <dsp:sp modelId="{68CFBA0A-607B-4BA6-B307-0153224AA437}">
      <dsp:nvSpPr>
        <dsp:cNvPr id="0" name=""/>
        <dsp:cNvSpPr/>
      </dsp:nvSpPr>
      <dsp:spPr>
        <a:xfrm>
          <a:off x="0" y="2763806"/>
          <a:ext cx="5913437" cy="110465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A0C8C48-84A4-4F00-87ED-BB00221D7AFB}">
      <dsp:nvSpPr>
        <dsp:cNvPr id="0" name=""/>
        <dsp:cNvSpPr/>
      </dsp:nvSpPr>
      <dsp:spPr>
        <a:xfrm>
          <a:off x="334156" y="3012352"/>
          <a:ext cx="607557" cy="60755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50263D2C-3C06-41DC-B7A5-A15910698AE9}">
      <dsp:nvSpPr>
        <dsp:cNvPr id="0" name=""/>
        <dsp:cNvSpPr/>
      </dsp:nvSpPr>
      <dsp:spPr>
        <a:xfrm>
          <a:off x="1275871" y="2763806"/>
          <a:ext cx="4637565" cy="11046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6909" tIns="116909" rIns="116909" bIns="116909" numCol="1" spcCol="1270" anchor="ctr" anchorCtr="0">
          <a:noAutofit/>
        </a:bodyPr>
        <a:lstStyle/>
        <a:p>
          <a:pPr marL="0" lvl="0" indent="0" algn="l" defTabSz="889000">
            <a:lnSpc>
              <a:spcPct val="90000"/>
            </a:lnSpc>
            <a:spcBef>
              <a:spcPct val="0"/>
            </a:spcBef>
            <a:spcAft>
              <a:spcPct val="35000"/>
            </a:spcAft>
            <a:buNone/>
          </a:pPr>
          <a:r>
            <a:rPr lang="en-US" sz="2000" kern="1200"/>
            <a:t>Wallet Login: Users can connect MetaMask or WalletConnect</a:t>
          </a:r>
        </a:p>
      </dsp:txBody>
      <dsp:txXfrm>
        <a:off x="1275871" y="2763806"/>
        <a:ext cx="4637565" cy="1104650"/>
      </dsp:txXfrm>
    </dsp:sp>
    <dsp:sp modelId="{3F33446C-535E-4123-ADEB-F954B50757C6}">
      <dsp:nvSpPr>
        <dsp:cNvPr id="0" name=""/>
        <dsp:cNvSpPr/>
      </dsp:nvSpPr>
      <dsp:spPr>
        <a:xfrm>
          <a:off x="0" y="4144619"/>
          <a:ext cx="5913437" cy="110465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28C7416-6F15-469E-AA98-BA635F167D8B}">
      <dsp:nvSpPr>
        <dsp:cNvPr id="0" name=""/>
        <dsp:cNvSpPr/>
      </dsp:nvSpPr>
      <dsp:spPr>
        <a:xfrm>
          <a:off x="334156" y="4393166"/>
          <a:ext cx="607557" cy="60755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4DD31F0-E076-4E71-A79A-BC93365D6504}">
      <dsp:nvSpPr>
        <dsp:cNvPr id="0" name=""/>
        <dsp:cNvSpPr/>
      </dsp:nvSpPr>
      <dsp:spPr>
        <a:xfrm>
          <a:off x="1275871" y="4144619"/>
          <a:ext cx="4637565" cy="11046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6909" tIns="116909" rIns="116909" bIns="116909" numCol="1" spcCol="1270" anchor="ctr" anchorCtr="0">
          <a:noAutofit/>
        </a:bodyPr>
        <a:lstStyle/>
        <a:p>
          <a:pPr marL="0" lvl="0" indent="0" algn="l" defTabSz="889000">
            <a:lnSpc>
              <a:spcPct val="90000"/>
            </a:lnSpc>
            <a:spcBef>
              <a:spcPct val="0"/>
            </a:spcBef>
            <a:spcAft>
              <a:spcPct val="35000"/>
            </a:spcAft>
            <a:buNone/>
          </a:pPr>
          <a:r>
            <a:rPr lang="en-US" sz="2000" kern="1200"/>
            <a:t>Testing Setup: Local blockchain used for safe and repeatable demos</a:t>
          </a:r>
        </a:p>
      </dsp:txBody>
      <dsp:txXfrm>
        <a:off x="1275871" y="4144619"/>
        <a:ext cx="4637565" cy="110465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2128000-A5F5-454A-8E9D-6D0256306500}">
      <dsp:nvSpPr>
        <dsp:cNvPr id="0" name=""/>
        <dsp:cNvSpPr/>
      </dsp:nvSpPr>
      <dsp:spPr>
        <a:xfrm>
          <a:off x="255116" y="522"/>
          <a:ext cx="2841919" cy="1705151"/>
        </a:xfrm>
        <a:prstGeom prst="rect">
          <a:avLst/>
        </a:prstGeom>
        <a:solidFill>
          <a:schemeClr val="accent2">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US" sz="2600" kern="1200"/>
            <a:t>The contract acts like the app's rulebook:</a:t>
          </a:r>
        </a:p>
      </dsp:txBody>
      <dsp:txXfrm>
        <a:off x="255116" y="522"/>
        <a:ext cx="2841919" cy="1705151"/>
      </dsp:txXfrm>
    </dsp:sp>
    <dsp:sp modelId="{A8C7D347-46D1-45D7-9F3D-8F298C4F16FE}">
      <dsp:nvSpPr>
        <dsp:cNvPr id="0" name=""/>
        <dsp:cNvSpPr/>
      </dsp:nvSpPr>
      <dsp:spPr>
        <a:xfrm>
          <a:off x="3381227" y="522"/>
          <a:ext cx="2841919" cy="1705151"/>
        </a:xfrm>
        <a:prstGeom prst="rect">
          <a:avLst/>
        </a:prstGeom>
        <a:solidFill>
          <a:schemeClr val="accent3">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US" sz="2600" kern="1200"/>
            <a:t>Start campaigns</a:t>
          </a:r>
        </a:p>
      </dsp:txBody>
      <dsp:txXfrm>
        <a:off x="3381227" y="522"/>
        <a:ext cx="2841919" cy="1705151"/>
      </dsp:txXfrm>
    </dsp:sp>
    <dsp:sp modelId="{D986DF5F-34E9-4F76-8F96-9A20F8E88A09}">
      <dsp:nvSpPr>
        <dsp:cNvPr id="0" name=""/>
        <dsp:cNvSpPr/>
      </dsp:nvSpPr>
      <dsp:spPr>
        <a:xfrm>
          <a:off x="6507339" y="522"/>
          <a:ext cx="2841919" cy="1705151"/>
        </a:xfrm>
        <a:prstGeom prst="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US" sz="2600" kern="1200"/>
            <a:t>Accept donations</a:t>
          </a:r>
        </a:p>
      </dsp:txBody>
      <dsp:txXfrm>
        <a:off x="6507339" y="522"/>
        <a:ext cx="2841919" cy="1705151"/>
      </dsp:txXfrm>
    </dsp:sp>
    <dsp:sp modelId="{24E3E45B-2385-478B-A4B3-56E815D580A8}">
      <dsp:nvSpPr>
        <dsp:cNvPr id="0" name=""/>
        <dsp:cNvSpPr/>
      </dsp:nvSpPr>
      <dsp:spPr>
        <a:xfrm>
          <a:off x="255116" y="1989865"/>
          <a:ext cx="2841919" cy="1705151"/>
        </a:xfrm>
        <a:prstGeom prst="rect">
          <a:avLst/>
        </a:prstGeom>
        <a:solidFill>
          <a:schemeClr val="accent5">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US" sz="2600" kern="1200"/>
            <a:t>Release funds to campaign owners</a:t>
          </a:r>
        </a:p>
      </dsp:txBody>
      <dsp:txXfrm>
        <a:off x="255116" y="1989865"/>
        <a:ext cx="2841919" cy="1705151"/>
      </dsp:txXfrm>
    </dsp:sp>
    <dsp:sp modelId="{5B2DB5DF-BEBB-4D90-9BAB-70865289F054}">
      <dsp:nvSpPr>
        <dsp:cNvPr id="0" name=""/>
        <dsp:cNvSpPr/>
      </dsp:nvSpPr>
      <dsp:spPr>
        <a:xfrm>
          <a:off x="3381227" y="1989865"/>
          <a:ext cx="2841919" cy="1705151"/>
        </a:xfrm>
        <a:prstGeom prst="rect">
          <a:avLst/>
        </a:prstGeom>
        <a:solidFill>
          <a:schemeClr val="accent6">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US" sz="2600" kern="1200"/>
            <a:t>Allow admin moderation when needed</a:t>
          </a:r>
        </a:p>
      </dsp:txBody>
      <dsp:txXfrm>
        <a:off x="3381227" y="1989865"/>
        <a:ext cx="2841919" cy="1705151"/>
      </dsp:txXfrm>
    </dsp:sp>
    <dsp:sp modelId="{820DECCB-A221-493B-AB63-08AF02FD810F}">
      <dsp:nvSpPr>
        <dsp:cNvPr id="0" name=""/>
        <dsp:cNvSpPr/>
      </dsp:nvSpPr>
      <dsp:spPr>
        <a:xfrm>
          <a:off x="6507339" y="1989865"/>
          <a:ext cx="2841919" cy="1705151"/>
        </a:xfrm>
        <a:prstGeom prst="rect">
          <a:avLst/>
        </a:prstGeom>
        <a:solidFill>
          <a:schemeClr val="accent2">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US" sz="2600" kern="1200"/>
            <a:t>Built-in checks help keep fund handling safe and traceable</a:t>
          </a:r>
        </a:p>
      </dsp:txBody>
      <dsp:txXfrm>
        <a:off x="6507339" y="1989865"/>
        <a:ext cx="2841919" cy="1705151"/>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1EFADE-82F6-4DA6-8196-4626920A7186}">
      <dsp:nvSpPr>
        <dsp:cNvPr id="0" name=""/>
        <dsp:cNvSpPr/>
      </dsp:nvSpPr>
      <dsp:spPr>
        <a:xfrm>
          <a:off x="2813" y="0"/>
          <a:ext cx="2231897" cy="2963687"/>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74007" tIns="330200" rIns="174007" bIns="330200" numCol="1" spcCol="1270" anchor="t" anchorCtr="0">
          <a:noAutofit/>
        </a:bodyPr>
        <a:lstStyle/>
        <a:p>
          <a:pPr marL="0" lvl="0" indent="0" algn="l" defTabSz="1111250">
            <a:lnSpc>
              <a:spcPct val="90000"/>
            </a:lnSpc>
            <a:spcBef>
              <a:spcPct val="0"/>
            </a:spcBef>
            <a:spcAft>
              <a:spcPct val="35000"/>
            </a:spcAft>
            <a:buNone/>
          </a:pPr>
          <a:r>
            <a:rPr lang="en-US" sz="2500" kern="1200"/>
            <a:t>1. Connect wallet</a:t>
          </a:r>
        </a:p>
      </dsp:txBody>
      <dsp:txXfrm>
        <a:off x="2813" y="1126201"/>
        <a:ext cx="2231897" cy="1778212"/>
      </dsp:txXfrm>
    </dsp:sp>
    <dsp:sp modelId="{9CF570C3-C52F-4F4F-9FBB-DA600A66366D}">
      <dsp:nvSpPr>
        <dsp:cNvPr id="0" name=""/>
        <dsp:cNvSpPr/>
      </dsp:nvSpPr>
      <dsp:spPr>
        <a:xfrm>
          <a:off x="674209" y="296368"/>
          <a:ext cx="889106" cy="889106"/>
        </a:xfrm>
        <a:prstGeom prst="ellipse">
          <a:avLst/>
        </a:prstGeom>
        <a:gradFill rotWithShape="0">
          <a:gsLst>
            <a:gs pos="0">
              <a:schemeClr val="accent2">
                <a:hueOff val="0"/>
                <a:satOff val="0"/>
                <a:lumOff val="0"/>
                <a:alphaOff val="0"/>
                <a:tint val="98000"/>
                <a:satMod val="110000"/>
                <a:lumMod val="104000"/>
              </a:schemeClr>
            </a:gs>
            <a:gs pos="69000">
              <a:schemeClr val="accent2">
                <a:hueOff val="0"/>
                <a:satOff val="0"/>
                <a:lumOff val="0"/>
                <a:alphaOff val="0"/>
                <a:shade val="88000"/>
                <a:satMod val="130000"/>
                <a:lumMod val="92000"/>
              </a:schemeClr>
            </a:gs>
            <a:gs pos="100000">
              <a:schemeClr val="accent2">
                <a:hueOff val="0"/>
                <a:satOff val="0"/>
                <a:lumOff val="0"/>
                <a:alphaOff val="0"/>
                <a:shade val="78000"/>
                <a:satMod val="130000"/>
                <a:lumMod val="92000"/>
              </a:schemeClr>
            </a:gs>
          </a:gsLst>
          <a:lin ang="5400000" scaled="0"/>
        </a:gradFill>
        <a:ln w="9525" cap="flat" cmpd="sng" algn="ctr">
          <a:solidFill>
            <a:schemeClr val="accent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txBody>
        <a:bodyPr spcFirstLastPara="0" vert="horz" wrap="square" lIns="69318" tIns="12700" rIns="69318" bIns="12700" numCol="1" spcCol="1270" anchor="ctr" anchorCtr="0">
          <a:noAutofit/>
        </a:bodyPr>
        <a:lstStyle/>
        <a:p>
          <a:pPr marL="0" lvl="0" indent="0" algn="ctr" defTabSz="1911350">
            <a:lnSpc>
              <a:spcPct val="90000"/>
            </a:lnSpc>
            <a:spcBef>
              <a:spcPct val="0"/>
            </a:spcBef>
            <a:spcAft>
              <a:spcPct val="35000"/>
            </a:spcAft>
            <a:buNone/>
          </a:pPr>
          <a:r>
            <a:rPr lang="en-US" sz="4300" kern="1200"/>
            <a:t>1</a:t>
          </a:r>
        </a:p>
      </dsp:txBody>
      <dsp:txXfrm>
        <a:off x="804416" y="426575"/>
        <a:ext cx="628692" cy="628692"/>
      </dsp:txXfrm>
    </dsp:sp>
    <dsp:sp modelId="{7D4BB772-01B6-4F60-8655-B243FC2691F0}">
      <dsp:nvSpPr>
        <dsp:cNvPr id="0" name=""/>
        <dsp:cNvSpPr/>
      </dsp:nvSpPr>
      <dsp:spPr>
        <a:xfrm>
          <a:off x="2813" y="2963615"/>
          <a:ext cx="2231897" cy="72"/>
        </a:xfrm>
        <a:prstGeom prst="rect">
          <a:avLst/>
        </a:prstGeom>
        <a:gradFill rotWithShape="0">
          <a:gsLst>
            <a:gs pos="0">
              <a:schemeClr val="accent2">
                <a:hueOff val="-155128"/>
                <a:satOff val="5884"/>
                <a:lumOff val="-3221"/>
                <a:alphaOff val="0"/>
                <a:tint val="98000"/>
                <a:satMod val="110000"/>
                <a:lumMod val="104000"/>
              </a:schemeClr>
            </a:gs>
            <a:gs pos="69000">
              <a:schemeClr val="accent2">
                <a:hueOff val="-155128"/>
                <a:satOff val="5884"/>
                <a:lumOff val="-3221"/>
                <a:alphaOff val="0"/>
                <a:shade val="88000"/>
                <a:satMod val="130000"/>
                <a:lumMod val="92000"/>
              </a:schemeClr>
            </a:gs>
            <a:gs pos="100000">
              <a:schemeClr val="accent2">
                <a:hueOff val="-155128"/>
                <a:satOff val="5884"/>
                <a:lumOff val="-3221"/>
                <a:alphaOff val="0"/>
                <a:shade val="78000"/>
                <a:satMod val="130000"/>
                <a:lumMod val="92000"/>
              </a:schemeClr>
            </a:gs>
          </a:gsLst>
          <a:lin ang="5400000" scaled="0"/>
        </a:gradFill>
        <a:ln w="9525" cap="flat" cmpd="sng" algn="ctr">
          <a:solidFill>
            <a:schemeClr val="accent2">
              <a:hueOff val="-155128"/>
              <a:satOff val="5884"/>
              <a:lumOff val="-3221"/>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55F17508-FBAB-4062-A374-680221CB6131}">
      <dsp:nvSpPr>
        <dsp:cNvPr id="0" name=""/>
        <dsp:cNvSpPr/>
      </dsp:nvSpPr>
      <dsp:spPr>
        <a:xfrm>
          <a:off x="2457901" y="0"/>
          <a:ext cx="2231897" cy="2963687"/>
        </a:xfrm>
        <a:prstGeom prst="rect">
          <a:avLst/>
        </a:prstGeom>
        <a:solidFill>
          <a:schemeClr val="accent2">
            <a:tint val="40000"/>
            <a:alpha val="90000"/>
            <a:hueOff val="-498657"/>
            <a:satOff val="-5971"/>
            <a:lumOff val="-1126"/>
            <a:alphaOff val="0"/>
          </a:schemeClr>
        </a:solidFill>
        <a:ln w="9525" cap="flat" cmpd="sng" algn="ctr">
          <a:solidFill>
            <a:schemeClr val="accent2">
              <a:tint val="40000"/>
              <a:alpha val="90000"/>
              <a:hueOff val="-498657"/>
              <a:satOff val="-5971"/>
              <a:lumOff val="-112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74007" tIns="330200" rIns="174007" bIns="330200" numCol="1" spcCol="1270" anchor="t" anchorCtr="0">
          <a:noAutofit/>
        </a:bodyPr>
        <a:lstStyle/>
        <a:p>
          <a:pPr marL="0" lvl="0" indent="0" algn="l" defTabSz="1111250">
            <a:lnSpc>
              <a:spcPct val="90000"/>
            </a:lnSpc>
            <a:spcBef>
              <a:spcPct val="0"/>
            </a:spcBef>
            <a:spcAft>
              <a:spcPct val="35000"/>
            </a:spcAft>
            <a:buNone/>
          </a:pPr>
          <a:r>
            <a:rPr lang="en-US" sz="2500" kern="1200"/>
            <a:t>2. Browse active campaigns</a:t>
          </a:r>
        </a:p>
      </dsp:txBody>
      <dsp:txXfrm>
        <a:off x="2457901" y="1126201"/>
        <a:ext cx="2231897" cy="1778212"/>
      </dsp:txXfrm>
    </dsp:sp>
    <dsp:sp modelId="{292F3071-ED1D-46C4-86C0-EB1FD4629CA7}">
      <dsp:nvSpPr>
        <dsp:cNvPr id="0" name=""/>
        <dsp:cNvSpPr/>
      </dsp:nvSpPr>
      <dsp:spPr>
        <a:xfrm>
          <a:off x="3129297" y="296368"/>
          <a:ext cx="889106" cy="889106"/>
        </a:xfrm>
        <a:prstGeom prst="ellipse">
          <a:avLst/>
        </a:prstGeom>
        <a:gradFill rotWithShape="0">
          <a:gsLst>
            <a:gs pos="0">
              <a:schemeClr val="accent2">
                <a:hueOff val="-310255"/>
                <a:satOff val="11768"/>
                <a:lumOff val="-6442"/>
                <a:alphaOff val="0"/>
                <a:tint val="98000"/>
                <a:satMod val="110000"/>
                <a:lumMod val="104000"/>
              </a:schemeClr>
            </a:gs>
            <a:gs pos="69000">
              <a:schemeClr val="accent2">
                <a:hueOff val="-310255"/>
                <a:satOff val="11768"/>
                <a:lumOff val="-6442"/>
                <a:alphaOff val="0"/>
                <a:shade val="88000"/>
                <a:satMod val="130000"/>
                <a:lumMod val="92000"/>
              </a:schemeClr>
            </a:gs>
            <a:gs pos="100000">
              <a:schemeClr val="accent2">
                <a:hueOff val="-310255"/>
                <a:satOff val="11768"/>
                <a:lumOff val="-6442"/>
                <a:alphaOff val="0"/>
                <a:shade val="78000"/>
                <a:satMod val="130000"/>
                <a:lumMod val="92000"/>
              </a:schemeClr>
            </a:gs>
          </a:gsLst>
          <a:lin ang="5400000" scaled="0"/>
        </a:gradFill>
        <a:ln w="9525" cap="flat" cmpd="sng" algn="ctr">
          <a:solidFill>
            <a:schemeClr val="accent2">
              <a:hueOff val="-310255"/>
              <a:satOff val="11768"/>
              <a:lumOff val="-6442"/>
              <a:alphaOff val="0"/>
            </a:schemeClr>
          </a:solidFill>
          <a:prstDash val="solid"/>
        </a:ln>
        <a:effectLst/>
      </dsp:spPr>
      <dsp:style>
        <a:lnRef idx="1">
          <a:scrgbClr r="0" g="0" b="0"/>
        </a:lnRef>
        <a:fillRef idx="3">
          <a:scrgbClr r="0" g="0" b="0"/>
        </a:fillRef>
        <a:effectRef idx="2">
          <a:scrgbClr r="0" g="0" b="0"/>
        </a:effectRef>
        <a:fontRef idx="minor">
          <a:schemeClr val="lt1"/>
        </a:fontRef>
      </dsp:style>
      <dsp:txBody>
        <a:bodyPr spcFirstLastPara="0" vert="horz" wrap="square" lIns="69318" tIns="12700" rIns="69318" bIns="12700" numCol="1" spcCol="1270" anchor="ctr" anchorCtr="0">
          <a:noAutofit/>
        </a:bodyPr>
        <a:lstStyle/>
        <a:p>
          <a:pPr marL="0" lvl="0" indent="0" algn="ctr" defTabSz="1911350">
            <a:lnSpc>
              <a:spcPct val="90000"/>
            </a:lnSpc>
            <a:spcBef>
              <a:spcPct val="0"/>
            </a:spcBef>
            <a:spcAft>
              <a:spcPct val="35000"/>
            </a:spcAft>
            <a:buNone/>
          </a:pPr>
          <a:r>
            <a:rPr lang="en-US" sz="4300" kern="1200"/>
            <a:t>2</a:t>
          </a:r>
        </a:p>
      </dsp:txBody>
      <dsp:txXfrm>
        <a:off x="3259504" y="426575"/>
        <a:ext cx="628692" cy="628692"/>
      </dsp:txXfrm>
    </dsp:sp>
    <dsp:sp modelId="{F4B79DE6-93EB-4964-AB52-A301C87B820C}">
      <dsp:nvSpPr>
        <dsp:cNvPr id="0" name=""/>
        <dsp:cNvSpPr/>
      </dsp:nvSpPr>
      <dsp:spPr>
        <a:xfrm>
          <a:off x="2457901" y="2963615"/>
          <a:ext cx="2231897" cy="72"/>
        </a:xfrm>
        <a:prstGeom prst="rect">
          <a:avLst/>
        </a:prstGeom>
        <a:gradFill rotWithShape="0">
          <a:gsLst>
            <a:gs pos="0">
              <a:schemeClr val="accent2">
                <a:hueOff val="-465383"/>
                <a:satOff val="17652"/>
                <a:lumOff val="-9663"/>
                <a:alphaOff val="0"/>
                <a:tint val="98000"/>
                <a:satMod val="110000"/>
                <a:lumMod val="104000"/>
              </a:schemeClr>
            </a:gs>
            <a:gs pos="69000">
              <a:schemeClr val="accent2">
                <a:hueOff val="-465383"/>
                <a:satOff val="17652"/>
                <a:lumOff val="-9663"/>
                <a:alphaOff val="0"/>
                <a:shade val="88000"/>
                <a:satMod val="130000"/>
                <a:lumMod val="92000"/>
              </a:schemeClr>
            </a:gs>
            <a:gs pos="100000">
              <a:schemeClr val="accent2">
                <a:hueOff val="-465383"/>
                <a:satOff val="17652"/>
                <a:lumOff val="-9663"/>
                <a:alphaOff val="0"/>
                <a:shade val="78000"/>
                <a:satMod val="130000"/>
                <a:lumMod val="92000"/>
              </a:schemeClr>
            </a:gs>
          </a:gsLst>
          <a:lin ang="5400000" scaled="0"/>
        </a:gradFill>
        <a:ln w="9525" cap="flat" cmpd="sng" algn="ctr">
          <a:solidFill>
            <a:schemeClr val="accent2">
              <a:hueOff val="-465383"/>
              <a:satOff val="17652"/>
              <a:lumOff val="-9663"/>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ABAC56E2-958B-4629-A784-6518A0AE2E9B}">
      <dsp:nvSpPr>
        <dsp:cNvPr id="0" name=""/>
        <dsp:cNvSpPr/>
      </dsp:nvSpPr>
      <dsp:spPr>
        <a:xfrm>
          <a:off x="4912988" y="0"/>
          <a:ext cx="2231897" cy="2963687"/>
        </a:xfrm>
        <a:prstGeom prst="rect">
          <a:avLst/>
        </a:prstGeom>
        <a:solidFill>
          <a:schemeClr val="accent2">
            <a:tint val="40000"/>
            <a:alpha val="90000"/>
            <a:hueOff val="-997314"/>
            <a:satOff val="-11941"/>
            <a:lumOff val="-2251"/>
            <a:alphaOff val="0"/>
          </a:schemeClr>
        </a:solidFill>
        <a:ln w="9525" cap="flat" cmpd="sng" algn="ctr">
          <a:solidFill>
            <a:schemeClr val="accent2">
              <a:tint val="40000"/>
              <a:alpha val="90000"/>
              <a:hueOff val="-997314"/>
              <a:satOff val="-11941"/>
              <a:lumOff val="-2251"/>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74007" tIns="330200" rIns="174007" bIns="330200" numCol="1" spcCol="1270" anchor="t" anchorCtr="0">
          <a:noAutofit/>
        </a:bodyPr>
        <a:lstStyle/>
        <a:p>
          <a:pPr marL="0" lvl="0" indent="0" algn="l" defTabSz="1111250">
            <a:lnSpc>
              <a:spcPct val="90000"/>
            </a:lnSpc>
            <a:spcBef>
              <a:spcPct val="0"/>
            </a:spcBef>
            <a:spcAft>
              <a:spcPct val="35000"/>
            </a:spcAft>
            <a:buNone/>
          </a:pPr>
          <a:r>
            <a:rPr lang="en-US" sz="2500" kern="1200"/>
            <a:t>3. Choose a cause and donate</a:t>
          </a:r>
        </a:p>
      </dsp:txBody>
      <dsp:txXfrm>
        <a:off x="4912988" y="1126201"/>
        <a:ext cx="2231897" cy="1778212"/>
      </dsp:txXfrm>
    </dsp:sp>
    <dsp:sp modelId="{17435E88-AEEB-49A3-87EC-86473C36B8DD}">
      <dsp:nvSpPr>
        <dsp:cNvPr id="0" name=""/>
        <dsp:cNvSpPr/>
      </dsp:nvSpPr>
      <dsp:spPr>
        <a:xfrm>
          <a:off x="5584384" y="296368"/>
          <a:ext cx="889106" cy="889106"/>
        </a:xfrm>
        <a:prstGeom prst="ellipse">
          <a:avLst/>
        </a:prstGeom>
        <a:gradFill rotWithShape="0">
          <a:gsLst>
            <a:gs pos="0">
              <a:schemeClr val="accent2">
                <a:hueOff val="-620510"/>
                <a:satOff val="23536"/>
                <a:lumOff val="-12884"/>
                <a:alphaOff val="0"/>
                <a:tint val="98000"/>
                <a:satMod val="110000"/>
                <a:lumMod val="104000"/>
              </a:schemeClr>
            </a:gs>
            <a:gs pos="69000">
              <a:schemeClr val="accent2">
                <a:hueOff val="-620510"/>
                <a:satOff val="23536"/>
                <a:lumOff val="-12884"/>
                <a:alphaOff val="0"/>
                <a:shade val="88000"/>
                <a:satMod val="130000"/>
                <a:lumMod val="92000"/>
              </a:schemeClr>
            </a:gs>
            <a:gs pos="100000">
              <a:schemeClr val="accent2">
                <a:hueOff val="-620510"/>
                <a:satOff val="23536"/>
                <a:lumOff val="-12884"/>
                <a:alphaOff val="0"/>
                <a:shade val="78000"/>
                <a:satMod val="130000"/>
                <a:lumMod val="92000"/>
              </a:schemeClr>
            </a:gs>
          </a:gsLst>
          <a:lin ang="5400000" scaled="0"/>
        </a:gradFill>
        <a:ln w="9525" cap="flat" cmpd="sng" algn="ctr">
          <a:solidFill>
            <a:schemeClr val="accent2">
              <a:hueOff val="-620510"/>
              <a:satOff val="23536"/>
              <a:lumOff val="-12884"/>
              <a:alphaOff val="0"/>
            </a:schemeClr>
          </a:solidFill>
          <a:prstDash val="solid"/>
        </a:ln>
        <a:effectLst/>
      </dsp:spPr>
      <dsp:style>
        <a:lnRef idx="1">
          <a:scrgbClr r="0" g="0" b="0"/>
        </a:lnRef>
        <a:fillRef idx="3">
          <a:scrgbClr r="0" g="0" b="0"/>
        </a:fillRef>
        <a:effectRef idx="2">
          <a:scrgbClr r="0" g="0" b="0"/>
        </a:effectRef>
        <a:fontRef idx="minor">
          <a:schemeClr val="lt1"/>
        </a:fontRef>
      </dsp:style>
      <dsp:txBody>
        <a:bodyPr spcFirstLastPara="0" vert="horz" wrap="square" lIns="69318" tIns="12700" rIns="69318" bIns="12700" numCol="1" spcCol="1270" anchor="ctr" anchorCtr="0">
          <a:noAutofit/>
        </a:bodyPr>
        <a:lstStyle/>
        <a:p>
          <a:pPr marL="0" lvl="0" indent="0" algn="ctr" defTabSz="1911350">
            <a:lnSpc>
              <a:spcPct val="90000"/>
            </a:lnSpc>
            <a:spcBef>
              <a:spcPct val="0"/>
            </a:spcBef>
            <a:spcAft>
              <a:spcPct val="35000"/>
            </a:spcAft>
            <a:buNone/>
          </a:pPr>
          <a:r>
            <a:rPr lang="en-US" sz="4300" kern="1200"/>
            <a:t>3</a:t>
          </a:r>
        </a:p>
      </dsp:txBody>
      <dsp:txXfrm>
        <a:off x="5714591" y="426575"/>
        <a:ext cx="628692" cy="628692"/>
      </dsp:txXfrm>
    </dsp:sp>
    <dsp:sp modelId="{AF0E64EC-60DE-469B-88DB-7FC451788C5B}">
      <dsp:nvSpPr>
        <dsp:cNvPr id="0" name=""/>
        <dsp:cNvSpPr/>
      </dsp:nvSpPr>
      <dsp:spPr>
        <a:xfrm>
          <a:off x="4912988" y="2963615"/>
          <a:ext cx="2231897" cy="72"/>
        </a:xfrm>
        <a:prstGeom prst="rect">
          <a:avLst/>
        </a:prstGeom>
        <a:gradFill rotWithShape="0">
          <a:gsLst>
            <a:gs pos="0">
              <a:schemeClr val="accent2">
                <a:hueOff val="-775638"/>
                <a:satOff val="29420"/>
                <a:lumOff val="-16105"/>
                <a:alphaOff val="0"/>
                <a:tint val="98000"/>
                <a:satMod val="110000"/>
                <a:lumMod val="104000"/>
              </a:schemeClr>
            </a:gs>
            <a:gs pos="69000">
              <a:schemeClr val="accent2">
                <a:hueOff val="-775638"/>
                <a:satOff val="29420"/>
                <a:lumOff val="-16105"/>
                <a:alphaOff val="0"/>
                <a:shade val="88000"/>
                <a:satMod val="130000"/>
                <a:lumMod val="92000"/>
              </a:schemeClr>
            </a:gs>
            <a:gs pos="100000">
              <a:schemeClr val="accent2">
                <a:hueOff val="-775638"/>
                <a:satOff val="29420"/>
                <a:lumOff val="-16105"/>
                <a:alphaOff val="0"/>
                <a:shade val="78000"/>
                <a:satMod val="130000"/>
                <a:lumMod val="92000"/>
              </a:schemeClr>
            </a:gs>
          </a:gsLst>
          <a:lin ang="5400000" scaled="0"/>
        </a:gradFill>
        <a:ln w="9525" cap="flat" cmpd="sng" algn="ctr">
          <a:solidFill>
            <a:schemeClr val="accent2">
              <a:hueOff val="-775638"/>
              <a:satOff val="29420"/>
              <a:lumOff val="-16105"/>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2DD424A4-A7C4-4EB0-AD8E-1D524D33AA30}">
      <dsp:nvSpPr>
        <dsp:cNvPr id="0" name=""/>
        <dsp:cNvSpPr/>
      </dsp:nvSpPr>
      <dsp:spPr>
        <a:xfrm>
          <a:off x="7368076" y="0"/>
          <a:ext cx="2231897" cy="2963687"/>
        </a:xfrm>
        <a:prstGeom prst="rect">
          <a:avLst/>
        </a:prstGeom>
        <a:solidFill>
          <a:schemeClr val="accent2">
            <a:tint val="40000"/>
            <a:alpha val="90000"/>
            <a:hueOff val="-1495971"/>
            <a:satOff val="-17912"/>
            <a:lumOff val="-3377"/>
            <a:alphaOff val="0"/>
          </a:schemeClr>
        </a:solidFill>
        <a:ln w="9525" cap="flat" cmpd="sng" algn="ctr">
          <a:solidFill>
            <a:schemeClr val="accent2">
              <a:tint val="40000"/>
              <a:alpha val="90000"/>
              <a:hueOff val="-1495971"/>
              <a:satOff val="-17912"/>
              <a:lumOff val="-3377"/>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74007" tIns="330200" rIns="174007" bIns="330200" numCol="1" spcCol="1270" anchor="t" anchorCtr="0">
          <a:noAutofit/>
        </a:bodyPr>
        <a:lstStyle/>
        <a:p>
          <a:pPr marL="0" lvl="0" indent="0" algn="l" defTabSz="1111250">
            <a:lnSpc>
              <a:spcPct val="90000"/>
            </a:lnSpc>
            <a:spcBef>
              <a:spcPct val="0"/>
            </a:spcBef>
            <a:spcAft>
              <a:spcPct val="35000"/>
            </a:spcAft>
            <a:buNone/>
          </a:pPr>
          <a:r>
            <a:rPr lang="en-US" sz="2500" kern="1200"/>
            <a:t>4. Track progress and impact</a:t>
          </a:r>
        </a:p>
      </dsp:txBody>
      <dsp:txXfrm>
        <a:off x="7368076" y="1126201"/>
        <a:ext cx="2231897" cy="1778212"/>
      </dsp:txXfrm>
    </dsp:sp>
    <dsp:sp modelId="{55D6A4A6-3FCF-4114-8D58-14EEB96EBD70}">
      <dsp:nvSpPr>
        <dsp:cNvPr id="0" name=""/>
        <dsp:cNvSpPr/>
      </dsp:nvSpPr>
      <dsp:spPr>
        <a:xfrm>
          <a:off x="8039472" y="296368"/>
          <a:ext cx="889106" cy="889106"/>
        </a:xfrm>
        <a:prstGeom prst="ellipse">
          <a:avLst/>
        </a:prstGeom>
        <a:gradFill rotWithShape="0">
          <a:gsLst>
            <a:gs pos="0">
              <a:schemeClr val="accent2">
                <a:hueOff val="-930766"/>
                <a:satOff val="35304"/>
                <a:lumOff val="-19326"/>
                <a:alphaOff val="0"/>
                <a:tint val="98000"/>
                <a:satMod val="110000"/>
                <a:lumMod val="104000"/>
              </a:schemeClr>
            </a:gs>
            <a:gs pos="69000">
              <a:schemeClr val="accent2">
                <a:hueOff val="-930766"/>
                <a:satOff val="35304"/>
                <a:lumOff val="-19326"/>
                <a:alphaOff val="0"/>
                <a:shade val="88000"/>
                <a:satMod val="130000"/>
                <a:lumMod val="92000"/>
              </a:schemeClr>
            </a:gs>
            <a:gs pos="100000">
              <a:schemeClr val="accent2">
                <a:hueOff val="-930766"/>
                <a:satOff val="35304"/>
                <a:lumOff val="-19326"/>
                <a:alphaOff val="0"/>
                <a:shade val="78000"/>
                <a:satMod val="130000"/>
                <a:lumMod val="92000"/>
              </a:schemeClr>
            </a:gs>
          </a:gsLst>
          <a:lin ang="5400000" scaled="0"/>
        </a:gradFill>
        <a:ln w="9525" cap="flat" cmpd="sng" algn="ctr">
          <a:solidFill>
            <a:schemeClr val="accent2">
              <a:hueOff val="-930766"/>
              <a:satOff val="35304"/>
              <a:lumOff val="-19326"/>
              <a:alphaOff val="0"/>
            </a:schemeClr>
          </a:solidFill>
          <a:prstDash val="solid"/>
        </a:ln>
        <a:effectLst/>
      </dsp:spPr>
      <dsp:style>
        <a:lnRef idx="1">
          <a:scrgbClr r="0" g="0" b="0"/>
        </a:lnRef>
        <a:fillRef idx="3">
          <a:scrgbClr r="0" g="0" b="0"/>
        </a:fillRef>
        <a:effectRef idx="2">
          <a:scrgbClr r="0" g="0" b="0"/>
        </a:effectRef>
        <a:fontRef idx="minor">
          <a:schemeClr val="lt1"/>
        </a:fontRef>
      </dsp:style>
      <dsp:txBody>
        <a:bodyPr spcFirstLastPara="0" vert="horz" wrap="square" lIns="69318" tIns="12700" rIns="69318" bIns="12700" numCol="1" spcCol="1270" anchor="ctr" anchorCtr="0">
          <a:noAutofit/>
        </a:bodyPr>
        <a:lstStyle/>
        <a:p>
          <a:pPr marL="0" lvl="0" indent="0" algn="ctr" defTabSz="1911350">
            <a:lnSpc>
              <a:spcPct val="90000"/>
            </a:lnSpc>
            <a:spcBef>
              <a:spcPct val="0"/>
            </a:spcBef>
            <a:spcAft>
              <a:spcPct val="35000"/>
            </a:spcAft>
            <a:buNone/>
          </a:pPr>
          <a:r>
            <a:rPr lang="en-US" sz="4300" kern="1200"/>
            <a:t>4</a:t>
          </a:r>
        </a:p>
      </dsp:txBody>
      <dsp:txXfrm>
        <a:off x="8169679" y="426575"/>
        <a:ext cx="628692" cy="628692"/>
      </dsp:txXfrm>
    </dsp:sp>
    <dsp:sp modelId="{BE184256-2FCB-4BFF-8EBD-308D58CB9DE6}">
      <dsp:nvSpPr>
        <dsp:cNvPr id="0" name=""/>
        <dsp:cNvSpPr/>
      </dsp:nvSpPr>
      <dsp:spPr>
        <a:xfrm>
          <a:off x="7368076" y="2963615"/>
          <a:ext cx="2231897" cy="72"/>
        </a:xfrm>
        <a:prstGeom prst="rect">
          <a:avLst/>
        </a:prstGeom>
        <a:gradFill rotWithShape="0">
          <a:gsLst>
            <a:gs pos="0">
              <a:schemeClr val="accent2">
                <a:hueOff val="-1085893"/>
                <a:satOff val="41188"/>
                <a:lumOff val="-22547"/>
                <a:alphaOff val="0"/>
                <a:tint val="98000"/>
                <a:satMod val="110000"/>
                <a:lumMod val="104000"/>
              </a:schemeClr>
            </a:gs>
            <a:gs pos="69000">
              <a:schemeClr val="accent2">
                <a:hueOff val="-1085893"/>
                <a:satOff val="41188"/>
                <a:lumOff val="-22547"/>
                <a:alphaOff val="0"/>
                <a:shade val="88000"/>
                <a:satMod val="130000"/>
                <a:lumMod val="92000"/>
              </a:schemeClr>
            </a:gs>
            <a:gs pos="100000">
              <a:schemeClr val="accent2">
                <a:hueOff val="-1085893"/>
                <a:satOff val="41188"/>
                <a:lumOff val="-22547"/>
                <a:alphaOff val="0"/>
                <a:shade val="78000"/>
                <a:satMod val="130000"/>
                <a:lumMod val="92000"/>
              </a:schemeClr>
            </a:gs>
          </a:gsLst>
          <a:lin ang="5400000" scaled="0"/>
        </a:gradFill>
        <a:ln w="9525" cap="flat" cmpd="sng" algn="ctr">
          <a:solidFill>
            <a:schemeClr val="accent2">
              <a:hueOff val="-1085893"/>
              <a:satOff val="41188"/>
              <a:lumOff val="-22547"/>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9304703-788A-41A9-8589-378CF5607F90}">
      <dsp:nvSpPr>
        <dsp:cNvPr id="0" name=""/>
        <dsp:cNvSpPr/>
      </dsp:nvSpPr>
      <dsp:spPr>
        <a:xfrm>
          <a:off x="2813" y="738063"/>
          <a:ext cx="2008708" cy="1275529"/>
        </a:xfrm>
        <a:prstGeom prst="roundRect">
          <a:avLst>
            <a:gd name="adj" fmla="val 10000"/>
          </a:avLst>
        </a:prstGeom>
        <a:gradFill rotWithShape="0">
          <a:gsLst>
            <a:gs pos="0">
              <a:schemeClr val="accent1">
                <a:hueOff val="0"/>
                <a:satOff val="0"/>
                <a:lumOff val="0"/>
                <a:alphaOff val="0"/>
                <a:tint val="98000"/>
                <a:satMod val="110000"/>
                <a:lumMod val="104000"/>
              </a:schemeClr>
            </a:gs>
            <a:gs pos="69000">
              <a:schemeClr val="accent1">
                <a:hueOff val="0"/>
                <a:satOff val="0"/>
                <a:lumOff val="0"/>
                <a:alphaOff val="0"/>
                <a:shade val="88000"/>
                <a:satMod val="130000"/>
                <a:lumMod val="92000"/>
              </a:schemeClr>
            </a:gs>
            <a:gs pos="100000">
              <a:schemeClr val="accent1">
                <a:hueOff val="0"/>
                <a:satOff val="0"/>
                <a:lumOff val="0"/>
                <a:alphaOff val="0"/>
                <a:shade val="78000"/>
                <a:satMod val="130000"/>
                <a:lumMod val="92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0B1D593-F952-4B70-A20B-C6A973D5BF71}">
      <dsp:nvSpPr>
        <dsp:cNvPr id="0" name=""/>
        <dsp:cNvSpPr/>
      </dsp:nvSpPr>
      <dsp:spPr>
        <a:xfrm>
          <a:off x="226003" y="950093"/>
          <a:ext cx="2008708" cy="1275529"/>
        </a:xfrm>
        <a:prstGeom prst="roundRect">
          <a:avLst>
            <a:gd name="adj" fmla="val 10000"/>
          </a:avLst>
        </a:prstGeom>
        <a:solidFill>
          <a:schemeClr val="lt1">
            <a:alpha val="90000"/>
            <a:hueOff val="0"/>
            <a:satOff val="0"/>
            <a:lumOff val="0"/>
            <a:alphaOff val="0"/>
          </a:schemeClr>
        </a:solidFill>
        <a:ln w="9525" cap="flat" cmpd="sng" algn="ctr">
          <a:solidFill>
            <a:schemeClr val="accent1">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a:t>Tested on a local blockchain before public testing</a:t>
          </a:r>
        </a:p>
      </dsp:txBody>
      <dsp:txXfrm>
        <a:off x="263362" y="987452"/>
        <a:ext cx="1933990" cy="1200811"/>
      </dsp:txXfrm>
    </dsp:sp>
    <dsp:sp modelId="{2E917317-0D7D-4B95-BEBF-A1591724232A}">
      <dsp:nvSpPr>
        <dsp:cNvPr id="0" name=""/>
        <dsp:cNvSpPr/>
      </dsp:nvSpPr>
      <dsp:spPr>
        <a:xfrm>
          <a:off x="2457901" y="738063"/>
          <a:ext cx="2008708" cy="1275529"/>
        </a:xfrm>
        <a:prstGeom prst="roundRect">
          <a:avLst>
            <a:gd name="adj" fmla="val 10000"/>
          </a:avLst>
        </a:prstGeom>
        <a:gradFill rotWithShape="0">
          <a:gsLst>
            <a:gs pos="0">
              <a:schemeClr val="accent1">
                <a:hueOff val="0"/>
                <a:satOff val="0"/>
                <a:lumOff val="0"/>
                <a:alphaOff val="0"/>
                <a:tint val="98000"/>
                <a:satMod val="110000"/>
                <a:lumMod val="104000"/>
              </a:schemeClr>
            </a:gs>
            <a:gs pos="69000">
              <a:schemeClr val="accent1">
                <a:hueOff val="0"/>
                <a:satOff val="0"/>
                <a:lumOff val="0"/>
                <a:alphaOff val="0"/>
                <a:shade val="88000"/>
                <a:satMod val="130000"/>
                <a:lumMod val="92000"/>
              </a:schemeClr>
            </a:gs>
            <a:gs pos="100000">
              <a:schemeClr val="accent1">
                <a:hueOff val="0"/>
                <a:satOff val="0"/>
                <a:lumOff val="0"/>
                <a:alphaOff val="0"/>
                <a:shade val="78000"/>
                <a:satMod val="130000"/>
                <a:lumMod val="92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2C462ABB-2162-4AD4-A9C7-71015B809210}">
      <dsp:nvSpPr>
        <dsp:cNvPr id="0" name=""/>
        <dsp:cNvSpPr/>
      </dsp:nvSpPr>
      <dsp:spPr>
        <a:xfrm>
          <a:off x="2681090" y="950093"/>
          <a:ext cx="2008708" cy="1275529"/>
        </a:xfrm>
        <a:prstGeom prst="roundRect">
          <a:avLst>
            <a:gd name="adj" fmla="val 10000"/>
          </a:avLst>
        </a:prstGeom>
        <a:solidFill>
          <a:schemeClr val="lt1">
            <a:alpha val="90000"/>
            <a:hueOff val="0"/>
            <a:satOff val="0"/>
            <a:lumOff val="0"/>
            <a:alphaOff val="0"/>
          </a:schemeClr>
        </a:solidFill>
        <a:ln w="9525" cap="flat" cmpd="sng" algn="ctr">
          <a:solidFill>
            <a:schemeClr val="accent1">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a:t>Added a stable demo mode to avoid wallet switching issues</a:t>
          </a:r>
        </a:p>
      </dsp:txBody>
      <dsp:txXfrm>
        <a:off x="2718449" y="987452"/>
        <a:ext cx="1933990" cy="1200811"/>
      </dsp:txXfrm>
    </dsp:sp>
    <dsp:sp modelId="{9334C067-B3B7-4EC0-8F40-E7C774F5B262}">
      <dsp:nvSpPr>
        <dsp:cNvPr id="0" name=""/>
        <dsp:cNvSpPr/>
      </dsp:nvSpPr>
      <dsp:spPr>
        <a:xfrm>
          <a:off x="4912988" y="738063"/>
          <a:ext cx="2008708" cy="1275529"/>
        </a:xfrm>
        <a:prstGeom prst="roundRect">
          <a:avLst>
            <a:gd name="adj" fmla="val 10000"/>
          </a:avLst>
        </a:prstGeom>
        <a:gradFill rotWithShape="0">
          <a:gsLst>
            <a:gs pos="0">
              <a:schemeClr val="accent1">
                <a:hueOff val="0"/>
                <a:satOff val="0"/>
                <a:lumOff val="0"/>
                <a:alphaOff val="0"/>
                <a:tint val="98000"/>
                <a:satMod val="110000"/>
                <a:lumMod val="104000"/>
              </a:schemeClr>
            </a:gs>
            <a:gs pos="69000">
              <a:schemeClr val="accent1">
                <a:hueOff val="0"/>
                <a:satOff val="0"/>
                <a:lumOff val="0"/>
                <a:alphaOff val="0"/>
                <a:shade val="88000"/>
                <a:satMod val="130000"/>
                <a:lumMod val="92000"/>
              </a:schemeClr>
            </a:gs>
            <a:gs pos="100000">
              <a:schemeClr val="accent1">
                <a:hueOff val="0"/>
                <a:satOff val="0"/>
                <a:lumOff val="0"/>
                <a:alphaOff val="0"/>
                <a:shade val="78000"/>
                <a:satMod val="130000"/>
                <a:lumMod val="92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4E382A7A-F4E8-454A-A94C-779948861C71}">
      <dsp:nvSpPr>
        <dsp:cNvPr id="0" name=""/>
        <dsp:cNvSpPr/>
      </dsp:nvSpPr>
      <dsp:spPr>
        <a:xfrm>
          <a:off x="5136178" y="950093"/>
          <a:ext cx="2008708" cy="1275529"/>
        </a:xfrm>
        <a:prstGeom prst="roundRect">
          <a:avLst>
            <a:gd name="adj" fmla="val 10000"/>
          </a:avLst>
        </a:prstGeom>
        <a:solidFill>
          <a:schemeClr val="lt1">
            <a:alpha val="90000"/>
            <a:hueOff val="0"/>
            <a:satOff val="0"/>
            <a:lumOff val="0"/>
            <a:alphaOff val="0"/>
          </a:schemeClr>
        </a:solidFill>
        <a:ln w="9525" cap="flat" cmpd="sng" algn="ctr">
          <a:solidFill>
            <a:schemeClr val="accent1">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a:t>Checked full flow: create campaign -&gt; donate -&gt; manage funds</a:t>
          </a:r>
        </a:p>
      </dsp:txBody>
      <dsp:txXfrm>
        <a:off x="5173537" y="987452"/>
        <a:ext cx="1933990" cy="1200811"/>
      </dsp:txXfrm>
    </dsp:sp>
    <dsp:sp modelId="{43B52C9F-1311-4BAA-A087-2964EF6AD5F8}">
      <dsp:nvSpPr>
        <dsp:cNvPr id="0" name=""/>
        <dsp:cNvSpPr/>
      </dsp:nvSpPr>
      <dsp:spPr>
        <a:xfrm>
          <a:off x="7368076" y="738063"/>
          <a:ext cx="2008708" cy="1275529"/>
        </a:xfrm>
        <a:prstGeom prst="roundRect">
          <a:avLst>
            <a:gd name="adj" fmla="val 10000"/>
          </a:avLst>
        </a:prstGeom>
        <a:gradFill rotWithShape="0">
          <a:gsLst>
            <a:gs pos="0">
              <a:schemeClr val="accent1">
                <a:hueOff val="0"/>
                <a:satOff val="0"/>
                <a:lumOff val="0"/>
                <a:alphaOff val="0"/>
                <a:tint val="98000"/>
                <a:satMod val="110000"/>
                <a:lumMod val="104000"/>
              </a:schemeClr>
            </a:gs>
            <a:gs pos="69000">
              <a:schemeClr val="accent1">
                <a:hueOff val="0"/>
                <a:satOff val="0"/>
                <a:lumOff val="0"/>
                <a:alphaOff val="0"/>
                <a:shade val="88000"/>
                <a:satMod val="130000"/>
                <a:lumMod val="92000"/>
              </a:schemeClr>
            </a:gs>
            <a:gs pos="100000">
              <a:schemeClr val="accent1">
                <a:hueOff val="0"/>
                <a:satOff val="0"/>
                <a:lumOff val="0"/>
                <a:alphaOff val="0"/>
                <a:shade val="78000"/>
                <a:satMod val="130000"/>
                <a:lumMod val="92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1186A1D7-A2DC-4BE6-AC06-701B7C5F756B}">
      <dsp:nvSpPr>
        <dsp:cNvPr id="0" name=""/>
        <dsp:cNvSpPr/>
      </dsp:nvSpPr>
      <dsp:spPr>
        <a:xfrm>
          <a:off x="7591266" y="950093"/>
          <a:ext cx="2008708" cy="1275529"/>
        </a:xfrm>
        <a:prstGeom prst="roundRect">
          <a:avLst>
            <a:gd name="adj" fmla="val 10000"/>
          </a:avLst>
        </a:prstGeom>
        <a:solidFill>
          <a:schemeClr val="lt1">
            <a:alpha val="90000"/>
            <a:hueOff val="0"/>
            <a:satOff val="0"/>
            <a:lumOff val="0"/>
            <a:alphaOff val="0"/>
          </a:schemeClr>
        </a:solidFill>
        <a:ln w="9525" cap="flat" cmpd="sng" algn="ctr">
          <a:solidFill>
            <a:schemeClr val="accent1">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a:t>Supports both local development and test network usage</a:t>
          </a:r>
        </a:p>
      </dsp:txBody>
      <dsp:txXfrm>
        <a:off x="7628625" y="987452"/>
        <a:ext cx="1933990" cy="1200811"/>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88DAF1-6621-4554-8CBF-4D51D3A0C50E}">
      <dsp:nvSpPr>
        <dsp:cNvPr id="0" name=""/>
        <dsp:cNvSpPr/>
      </dsp:nvSpPr>
      <dsp:spPr>
        <a:xfrm>
          <a:off x="303546" y="39010"/>
          <a:ext cx="1190919" cy="1190919"/>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022E54D-93E4-40CB-8FE2-576DD3919E0E}">
      <dsp:nvSpPr>
        <dsp:cNvPr id="0" name=""/>
        <dsp:cNvSpPr/>
      </dsp:nvSpPr>
      <dsp:spPr>
        <a:xfrm>
          <a:off x="553639" y="289103"/>
          <a:ext cx="690733" cy="69073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B8D229C4-9787-4615-9390-36B9398B9539}">
      <dsp:nvSpPr>
        <dsp:cNvPr id="0" name=""/>
        <dsp:cNvSpPr/>
      </dsp:nvSpPr>
      <dsp:spPr>
        <a:xfrm>
          <a:off x="1749662" y="39010"/>
          <a:ext cx="2807167" cy="11909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933450">
            <a:lnSpc>
              <a:spcPct val="90000"/>
            </a:lnSpc>
            <a:spcBef>
              <a:spcPct val="0"/>
            </a:spcBef>
            <a:spcAft>
              <a:spcPct val="35000"/>
            </a:spcAft>
            <a:buNone/>
          </a:pPr>
          <a:r>
            <a:rPr lang="en-US" sz="2100" kern="1200"/>
            <a:t>Future ideas: donor badges, community voting, and more token options</a:t>
          </a:r>
        </a:p>
      </dsp:txBody>
      <dsp:txXfrm>
        <a:off x="1749662" y="39010"/>
        <a:ext cx="2807167" cy="1190919"/>
      </dsp:txXfrm>
    </dsp:sp>
    <dsp:sp modelId="{8D861F31-2BBF-496B-B83E-53748C2ECEFF}">
      <dsp:nvSpPr>
        <dsp:cNvPr id="0" name=""/>
        <dsp:cNvSpPr/>
      </dsp:nvSpPr>
      <dsp:spPr>
        <a:xfrm>
          <a:off x="5045957" y="39010"/>
          <a:ext cx="1190919" cy="1190919"/>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049F1C7-9A8C-4FEE-93F9-C1CB26A17F08}">
      <dsp:nvSpPr>
        <dsp:cNvPr id="0" name=""/>
        <dsp:cNvSpPr/>
      </dsp:nvSpPr>
      <dsp:spPr>
        <a:xfrm>
          <a:off x="5296050" y="289103"/>
          <a:ext cx="690733" cy="69073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F1C74A18-0DEF-4E0F-8929-C0F783487903}">
      <dsp:nvSpPr>
        <dsp:cNvPr id="0" name=""/>
        <dsp:cNvSpPr/>
      </dsp:nvSpPr>
      <dsp:spPr>
        <a:xfrm>
          <a:off x="6492074" y="39010"/>
          <a:ext cx="2807167" cy="11909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933450">
            <a:lnSpc>
              <a:spcPct val="90000"/>
            </a:lnSpc>
            <a:spcBef>
              <a:spcPct val="0"/>
            </a:spcBef>
            <a:spcAft>
              <a:spcPct val="35000"/>
            </a:spcAft>
            <a:buNone/>
          </a:pPr>
          <a:r>
            <a:rPr lang="en-US" sz="2100" kern="1200"/>
            <a:t>Impact: More trust and lower overhead for digital fundraising</a:t>
          </a:r>
        </a:p>
      </dsp:txBody>
      <dsp:txXfrm>
        <a:off x="6492074" y="39010"/>
        <a:ext cx="2807167" cy="1190919"/>
      </dsp:txXfrm>
    </dsp:sp>
    <dsp:sp modelId="{4944970C-585B-4180-B04E-500B2326F5C4}">
      <dsp:nvSpPr>
        <dsp:cNvPr id="0" name=""/>
        <dsp:cNvSpPr/>
      </dsp:nvSpPr>
      <dsp:spPr>
        <a:xfrm>
          <a:off x="303546" y="1733756"/>
          <a:ext cx="1190919" cy="1190919"/>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83D4FB3-5EB9-40A1-8418-D395A114AE9B}">
      <dsp:nvSpPr>
        <dsp:cNvPr id="0" name=""/>
        <dsp:cNvSpPr/>
      </dsp:nvSpPr>
      <dsp:spPr>
        <a:xfrm>
          <a:off x="553639" y="1983850"/>
          <a:ext cx="690733" cy="69073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12372CDC-3C44-4311-B317-55A1F9EEAB71}">
      <dsp:nvSpPr>
        <dsp:cNvPr id="0" name=""/>
        <dsp:cNvSpPr/>
      </dsp:nvSpPr>
      <dsp:spPr>
        <a:xfrm>
          <a:off x="1749662" y="1733756"/>
          <a:ext cx="2807167" cy="11909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933450">
            <a:lnSpc>
              <a:spcPct val="90000"/>
            </a:lnSpc>
            <a:spcBef>
              <a:spcPct val="0"/>
            </a:spcBef>
            <a:spcAft>
              <a:spcPct val="35000"/>
            </a:spcAft>
            <a:buNone/>
          </a:pPr>
          <a:r>
            <a:rPr lang="en-US" sz="2100" kern="1200"/>
            <a:t>Conclusion: Simple technology choices can make charity more transparent</a:t>
          </a:r>
        </a:p>
      </dsp:txBody>
      <dsp:txXfrm>
        <a:off x="1749662" y="1733756"/>
        <a:ext cx="2807167" cy="1190919"/>
      </dsp:txXfrm>
    </dsp:sp>
    <dsp:sp modelId="{75BD693D-8491-4214-9A1F-963C8CBB1ED8}">
      <dsp:nvSpPr>
        <dsp:cNvPr id="0" name=""/>
        <dsp:cNvSpPr/>
      </dsp:nvSpPr>
      <dsp:spPr>
        <a:xfrm>
          <a:off x="5045957" y="1733756"/>
          <a:ext cx="1190919" cy="1190919"/>
        </a:xfrm>
        <a:prstGeom prst="ellipse">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38160FE-1268-4195-8315-9D69F38C353D}">
      <dsp:nvSpPr>
        <dsp:cNvPr id="0" name=""/>
        <dsp:cNvSpPr/>
      </dsp:nvSpPr>
      <dsp:spPr>
        <a:xfrm>
          <a:off x="5296050" y="1983850"/>
          <a:ext cx="690733" cy="69073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2C42BC54-EEA4-4DC3-9999-F9A495C4EB4D}">
      <dsp:nvSpPr>
        <dsp:cNvPr id="0" name=""/>
        <dsp:cNvSpPr/>
      </dsp:nvSpPr>
      <dsp:spPr>
        <a:xfrm>
          <a:off x="6492074" y="1733756"/>
          <a:ext cx="2807167" cy="11909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933450">
            <a:lnSpc>
              <a:spcPct val="90000"/>
            </a:lnSpc>
            <a:spcBef>
              <a:spcPct val="0"/>
            </a:spcBef>
            <a:spcAft>
              <a:spcPct val="35000"/>
            </a:spcAft>
            <a:buNone/>
          </a:pPr>
          <a:r>
            <a:rPr lang="en-US" sz="2100" kern="1200"/>
            <a:t>Next step: pilot with real users and gather feedback</a:t>
          </a:r>
        </a:p>
      </dsp:txBody>
      <dsp:txXfrm>
        <a:off x="6492074" y="1733756"/>
        <a:ext cx="2807167" cy="1190919"/>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4.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16/7/layout/BasicLinearProcessNumbered">
  <dgm:title val="Basic Linear Process Numbered"/>
  <dgm:desc val="Used to show a progression; a timeline; sequential steps in a task, process, or workflow; or to emphasize movement or direction. Automatic numbers have been introduced to show the steps of the process which appears in a circle. Level 1 and Level 2 text appear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1</a:t>
              </a:r>
            </a:p>
          </dgm:t>
        </dgm:pt>
        <dgm:pt modelId="201" type="sibTrans" cxnId="5">
          <dgm:prSet phldrT="2"/>
          <dgm:t>
            <a:bodyPr/>
            <a:lstStyle/>
            <a:p>
              <a:r>
                <a:t>2</a:t>
              </a:r>
            </a:p>
          </dgm:t>
        </dgm:pt>
        <dgm:pt modelId="301" type="sibTrans" cxnId="6">
          <dgm:prSet phldrT="3"/>
          <dgm:t>
            <a:bodyPr/>
            <a:lstStyle/>
            <a:p>
              <a:r>
                <a:t>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1"/>
      <dgm:constr type="primFontSz" for="des" forName="sibTransNodeCircle" op="equ"/>
      <dgm:constr type="primFontSz" for="des" forName="nodeText" op="equ"/>
      <dgm:constr type="h" for="des" forName="sibTransNodeCircle" op="equ"/>
      <dgm:constr type="w" for="des" forName="sibTransNodeCircle" op="equ"/>
    </dgm:constrLst>
    <dgm:ruleLst>
      <dgm:rule type="h" val="NaN" fact="1.2" max="NaN"/>
    </dgm:ruleLst>
    <dgm:forEach name="Name4" axis="ch" ptType="node">
      <dgm:layoutNode name="compositeNode">
        <dgm:varLst>
          <dgm:bulletEnabled val="1"/>
        </dgm:varLst>
        <dgm:alg type="composite"/>
        <dgm:constrLst>
          <dgm:constr type="h" refType="w" op="lte" fact="1.4"/>
          <dgm:constr type="w" for="ch" forName="bgRect" refType="w"/>
          <dgm:constr type="h" for="ch" forName="bgRect" refType="h"/>
          <dgm:constr type="t" for="ch" forName="bgRect"/>
          <dgm:constr type="l" for="ch" forName="bgRect"/>
          <dgm:constr type="h" for="ch" forName="sibTransNodeCircle" refType="h" refFor="ch" refForName="bgRect" fact="0.3"/>
          <dgm:constr type="w" for="ch" forName="sibTransNodeCircle" refType="h" refFor="ch" refForName="sibTransNodeCircle"/>
          <dgm:constr type="ctrX" for="ch" forName="sibTransNodeCircle" refType="w" fact="0.5"/>
          <dgm:constr type="ctrY" for="ch" forName="sibTransNodeCircle" refType="h" fact="0.25"/>
          <dgm:constr type="r" for="ch" forName="nodeText" refType="r" refFor="ch" refForName="bgRect"/>
          <dgm:constr type="h" for="ch" forName="nodeText" refType="h" refFor="ch" refForName="bgRect" fact="0.6"/>
          <dgm:constr type="t" for="ch" forName="nodeText" refType="h" refFor="ch" refForName="bgRect" fact="0.38"/>
          <dgm:constr type="b" for="ch" forName="bottomLine" refType="b" refFor="ch" refForName="bgRect"/>
          <dgm:constr type="w" for="ch" forName="bottomLine" refType="w" refFor="ch" refForName="bgRect"/>
          <dgm:constr type="h" for="ch" forName="bottomLine" val="0.002"/>
        </dgm:constrLst>
        <dgm:ruleLst/>
        <dgm:layoutNode name="bgRect" styleLbl="bgAccFollowNode1">
          <dgm:alg type="sp"/>
          <dgm:shape xmlns:r="http://schemas.openxmlformats.org/officeDocument/2006/relationships" type="rect" r:blip="">
            <dgm:adjLst/>
          </dgm:shape>
          <dgm:presOf axis="self"/>
          <dgm:constrLst/>
          <dgm:ruleLst/>
        </dgm:layoutNode>
        <dgm:forEach name="Name19" axis="followSib" ptType="sibTrans" hideLastTrans="0" cnt="1">
          <dgm:layoutNode name="sibTransNodeCircle" styleLbl="alignNode1">
            <dgm:varLst>
              <dgm:chMax val="0"/>
              <dgm:bulletEnabled/>
            </dgm:varLst>
            <dgm:presOf axis="self" ptType="sibTrans"/>
            <dgm:alg type="tx">
              <dgm:param type="txAnchorVert" val="mid"/>
              <dgm:param type="txAnchorHorzCh" val="ctr"/>
            </dgm:alg>
            <dgm:shape xmlns:r="http://schemas.openxmlformats.org/officeDocument/2006/relationships" type="ellipse" r:blip="">
              <dgm:adjLst/>
            </dgm:shape>
            <dgm:constrLst>
              <dgm:constr type="w" refType="h" op="lte"/>
              <dgm:constr type="primFontSz" val="48"/>
              <dgm:constr type="tMarg" val="1"/>
              <dgm:constr type="lMarg" refType="w" fact="0.221"/>
              <dgm:constr type="rMarg" refType="w" fact="0.221"/>
              <dgm:constr type="bMarg" val="1"/>
            </dgm:constrLst>
            <dgm:ruleLst>
              <dgm:rule type="primFontSz" val="14" fact="NaN" max="NaN"/>
            </dgm:ruleLst>
          </dgm:layoutNode>
        </dgm:forEach>
        <dgm:layoutNode name="bottomLine" styleLbl="alignNode1">
          <dgm:varLst/>
          <dgm:presOf/>
          <dgm:alg type="sp"/>
          <dgm:shape xmlns:r="http://schemas.openxmlformats.org/officeDocument/2006/relationships" type="rect" r:blip="">
            <dgm:adjLst/>
          </dgm:shape>
          <dgm:constrLst/>
          <dgm:ruleLst/>
        </dgm:layoutNode>
        <dgm:layoutNode name="nodeText" styleLbl="bgAccFollowNode1" moveWith="bgRect">
          <dgm:varLst>
            <dgm:bulletEnabled val="1"/>
          </dgm:varLst>
          <dgm:alg type="tx">
            <dgm:param type="parTxLTRAlign" val="l"/>
            <dgm:param type="parTxRTLAlign" val="r"/>
            <dgm:param type="txAnchorVert" val="t"/>
          </dgm:alg>
          <dgm:shape xmlns:r="http://schemas.openxmlformats.org/officeDocument/2006/relationships" type="rect" r:blip="" zOrderOff="-1" hideGeom="1">
            <dgm:adjLst/>
          </dgm:shape>
          <dgm:presOf axis="desOrSelf" ptType="node"/>
          <dgm:constrLst>
            <dgm:constr type="primFontSz" val="26"/>
            <dgm:constr type="tMarg" val="26"/>
            <dgm:constr type="lMarg" refType="w" fact="0.221"/>
            <dgm:constr type="rMarg" refType="w" fact="0.221"/>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0">
            <a:buAutoNum type="arabicParenBoth"/>
          </dgm1611:buPr>
        </dgm1611:autoBuNodeInfo>
      </dgm1611:autoBuNodeInfoLst>
    </a:ext>
  </dgm:extLst>
</dgm:layoutDef>
</file>

<file path=ppt/diagrams/layout6.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295365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everyone. Today I will show our charity app, where people can create campaigns and donate directly. The key idea is trust: everyone can see where money goes. I will keep this short and practical in about 10 minutes.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Many donation platforms are useful, but donors sometimes worry about transparency and fees. Our vision is simple: direct giving with visible records. This project focuses on trust, clarity, and ease of use.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user-focused features. You can create a campaign, donate quickly, and track progress. The goal is to make the donation experience clear and trustworthy for everyone, including non-technical users.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kept this slide light. The main point is that we use a modern web app, blockchain rules for trust, and common wallets for access. We also built a local test setup so the demo is stable.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Think of the smart contract as a strict set of rules that runs automatically. It decides what actions are allowed and records key events. This reduces manual control and improves accountability.</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simple end-to-end journey. In the live demo, I will show exactly these four steps so the flow is easy to follow and easy to remember.</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faced real issues during development, especially with wallet/network behavior. We resolved them with a deterministic local mode and repeated end-to-end tests. This made the app reliable for presentation.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56EEB-4CE5-04E0-E096-C552AEB407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130E01-C314-2EC6-96E0-A4BF89C32B8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82C4D16-77C1-9415-18FD-043751BDB568}"/>
              </a:ext>
            </a:extLst>
          </p:cNvPr>
          <p:cNvSpPr>
            <a:spLocks noGrp="1"/>
          </p:cNvSpPr>
          <p:nvPr>
            <p:ph type="body" sz="quarter" idx="3"/>
          </p:nvPr>
        </p:nvSpPr>
        <p:spPr/>
        <p:txBody>
          <a:bodyPr/>
          <a:lstStyle/>
          <a:p>
            <a:r>
              <a:t>We faced real issues during development, especially with wallet/network behavior. We resolved them with a deterministic local mode and repeated end-to-end tests. This made the app reliable for presentation.</a:t>
            </a:r>
          </a:p>
        </p:txBody>
      </p:sp>
      <p:sp>
        <p:nvSpPr>
          <p:cNvPr id="4" name="Slide Number Placeholder 3">
            <a:extLst>
              <a:ext uri="{FF2B5EF4-FFF2-40B4-BE49-F238E27FC236}">
                <a16:creationId xmlns:a16="http://schemas.microsoft.com/office/drawing/2014/main" id="{70988101-6381-2A62-BB84-370DDA713816}"/>
              </a:ext>
            </a:extLst>
          </p:cNvPr>
          <p:cNvSpPr>
            <a:spLocks noGrp="1"/>
          </p:cNvSpPr>
          <p:nvPr>
            <p:ph type="sldNum" sz="quarter" idx="5"/>
          </p:nvPr>
        </p:nvSpPr>
        <p:spPr/>
      </p:sp>
    </p:spTree>
    <p:extLst>
      <p:ext uri="{BB962C8B-B14F-4D97-AF65-F5344CB8AC3E}">
        <p14:creationId xmlns:p14="http://schemas.microsoft.com/office/powerpoint/2010/main" val="31169185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D7DE59-17A9-604E-1403-DEADB597B9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A4693F-DC59-0407-8E22-5CAAE265179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DC17459-5A69-DC3A-BA8F-AC2457C025B2}"/>
              </a:ext>
            </a:extLst>
          </p:cNvPr>
          <p:cNvSpPr>
            <a:spLocks noGrp="1"/>
          </p:cNvSpPr>
          <p:nvPr>
            <p:ph type="body" sz="quarter" idx="3"/>
          </p:nvPr>
        </p:nvSpPr>
        <p:spPr/>
        <p:txBody>
          <a:bodyPr/>
          <a:lstStyle/>
          <a:p>
            <a:r>
              <a:t>We faced real issues during development, especially with wallet/network behavior. We resolved them with a deterministic local mode and repeated end-to-end tests. This made the app reliable for presentation.</a:t>
            </a:r>
          </a:p>
        </p:txBody>
      </p:sp>
      <p:sp>
        <p:nvSpPr>
          <p:cNvPr id="4" name="Slide Number Placeholder 3">
            <a:extLst>
              <a:ext uri="{FF2B5EF4-FFF2-40B4-BE49-F238E27FC236}">
                <a16:creationId xmlns:a16="http://schemas.microsoft.com/office/drawing/2014/main" id="{E7792E56-76D5-1D8B-F776-E1CB29786FB8}"/>
              </a:ext>
            </a:extLst>
          </p:cNvPr>
          <p:cNvSpPr>
            <a:spLocks noGrp="1"/>
          </p:cNvSpPr>
          <p:nvPr>
            <p:ph type="sldNum" sz="quarter" idx="5"/>
          </p:nvPr>
        </p:nvSpPr>
        <p:spPr/>
      </p:sp>
    </p:spTree>
    <p:extLst>
      <p:ext uri="{BB962C8B-B14F-4D97-AF65-F5344CB8AC3E}">
        <p14:creationId xmlns:p14="http://schemas.microsoft.com/office/powerpoint/2010/main" val="42343746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close, this project shows that blockchain can be practical, not just technical. The focus is user trust and clear donation tracking. Next, we can validate with user feedback and continue improving usability.</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28403" y="945913"/>
            <a:ext cx="8637073" cy="2618554"/>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1128404" y="3564467"/>
            <a:ext cx="8637072" cy="1071095"/>
          </a:xfrm>
        </p:spPr>
        <p:txBody>
          <a:bodyPr tIns="91440" bIns="91440">
            <a:normAutofit/>
          </a:bodyPr>
          <a:lstStyle>
            <a:lvl1pPr marL="0" indent="0" algn="l">
              <a:buNone/>
              <a:defRPr sz="1800" b="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3/31/2026</a:t>
            </a:fld>
            <a:endParaRPr lang="en-US"/>
          </a:p>
        </p:txBody>
      </p:sp>
      <p:sp>
        <p:nvSpPr>
          <p:cNvPr id="5" name="Footer Placeholder 4"/>
          <p:cNvSpPr>
            <a:spLocks noGrp="1"/>
          </p:cNvSpPr>
          <p:nvPr>
            <p:ph type="ftr" sz="quarter" idx="11"/>
          </p:nvPr>
        </p:nvSpPr>
        <p:spPr>
          <a:xfrm>
            <a:off x="1127124" y="329307"/>
            <a:ext cx="5943668" cy="309201"/>
          </a:xfrm>
        </p:spPr>
        <p:txBody>
          <a:bodyPr/>
          <a:lstStyle/>
          <a:p>
            <a:endParaRPr lang="en-US"/>
          </a:p>
        </p:txBody>
      </p:sp>
      <p:sp>
        <p:nvSpPr>
          <p:cNvPr id="6" name="Slide Number Placeholder 5"/>
          <p:cNvSpPr>
            <a:spLocks noGrp="1"/>
          </p:cNvSpPr>
          <p:nvPr>
            <p:ph type="sldNum" sz="quarter" idx="12"/>
          </p:nvPr>
        </p:nvSpPr>
        <p:spPr>
          <a:xfrm>
            <a:off x="9924392" y="134930"/>
            <a:ext cx="811019" cy="503578"/>
          </a:xfrm>
        </p:spPr>
        <p:txBody>
          <a:bodyPr/>
          <a:lstStyle/>
          <a:p>
            <a:fld id="{C1FF6DA9-008F-8B48-92A6-B652298478BF}" type="slidenum">
              <a:rPr lang="en-US" smtClean="0"/>
              <a:t>‹#›</a:t>
            </a:fld>
            <a:endParaRPr lang="en-US"/>
          </a:p>
        </p:txBody>
      </p:sp>
      <p:pic>
        <p:nvPicPr>
          <p:cNvPr id="16" name="Picture 15" descr="RedHashing.emf"/>
          <p:cNvPicPr>
            <a:picLocks/>
          </p:cNvPicPr>
          <p:nvPr/>
        </p:nvPicPr>
        <p:blipFill rotWithShape="1">
          <a:blip r:embed="rId2">
            <a:duotone>
              <a:schemeClr val="accent1">
                <a:shade val="45000"/>
                <a:satMod val="135000"/>
              </a:schemeClr>
              <a:prstClr val="white"/>
            </a:duotone>
            <a:extLst>
              <a:ext uri="{28A0092B-C50C-407E-A947-70E740481C1C}">
                <a14:useLocalDpi xmlns:a14="http://schemas.microsoft.com/office/drawing/2010/main" val="0"/>
              </a:ext>
            </a:extLst>
          </a:blip>
          <a:srcRect l="-115" r="15828" b="36435"/>
          <a:stretch/>
        </p:blipFill>
        <p:spPr>
          <a:xfrm>
            <a:off x="1125460" y="643464"/>
            <a:ext cx="9610344" cy="155448"/>
          </a:xfrm>
          <a:prstGeom prst="rect">
            <a:avLst/>
          </a:prstGeom>
          <a:noFill/>
          <a:ln>
            <a:noFill/>
          </a:ln>
        </p:spPr>
      </p:pic>
    </p:spTree>
    <p:extLst>
      <p:ext uri="{BB962C8B-B14F-4D97-AF65-F5344CB8AC3E}">
        <p14:creationId xmlns:p14="http://schemas.microsoft.com/office/powerpoint/2010/main" val="179503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sz="1200"/>
            </a:lvl1pPr>
          </a:lstStyle>
          <a:p>
            <a:fld id="{5BCAD085-E8A6-8845-BD4E-CB4CCA059FC4}" type="datetimeFigureOut">
              <a:rPr lang="en-US" smtClean="0"/>
              <a:t>3/31/2026</a:t>
            </a:fld>
            <a:endParaRPr lang="en-US"/>
          </a:p>
        </p:txBody>
      </p:sp>
      <p:sp>
        <p:nvSpPr>
          <p:cNvPr id="5" name="Footer Placeholder 4"/>
          <p:cNvSpPr>
            <a:spLocks noGrp="1"/>
          </p:cNvSpPr>
          <p:nvPr>
            <p:ph type="ftr" sz="quarter" idx="11"/>
          </p:nvPr>
        </p:nvSpPr>
        <p:spPr/>
        <p:txBody>
          <a:bodyPr/>
          <a:lstStyle>
            <a:lvl1pPr>
              <a:defRPr sz="1200"/>
            </a:lvl1p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24" name="Picture 23" descr="RedHashing.emf"/>
          <p:cNvPicPr>
            <a:picLocks/>
          </p:cNvPicPr>
          <p:nvPr/>
        </p:nvPicPr>
        <p:blipFill rotWithShape="1">
          <a:blip r:embed="rId2">
            <a:duotone>
              <a:schemeClr val="accent1">
                <a:shade val="45000"/>
                <a:satMod val="135000"/>
              </a:schemeClr>
              <a:prstClr val="white"/>
            </a:duotone>
            <a:extLst>
              <a:ext uri="{28A0092B-C50C-407E-A947-70E740481C1C}">
                <a14:useLocalDpi xmlns:a14="http://schemas.microsoft.com/office/drawing/2010/main" val="0"/>
              </a:ext>
            </a:extLst>
          </a:blip>
          <a:srcRect l="-115" r="15828" b="36435"/>
          <a:stretch/>
        </p:blipFill>
        <p:spPr>
          <a:xfrm>
            <a:off x="1125460" y="643464"/>
            <a:ext cx="9610344" cy="155448"/>
          </a:xfrm>
          <a:prstGeom prst="rect">
            <a:avLst/>
          </a:prstGeom>
          <a:noFill/>
          <a:ln>
            <a:noFill/>
          </a:ln>
        </p:spPr>
      </p:pic>
    </p:spTree>
    <p:extLst>
      <p:ext uri="{BB962C8B-B14F-4D97-AF65-F5344CB8AC3E}">
        <p14:creationId xmlns:p14="http://schemas.microsoft.com/office/powerpoint/2010/main" val="42144589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29167" y="1756129"/>
            <a:ext cx="8619060" cy="2050065"/>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129166" y="3806195"/>
            <a:ext cx="8619060"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16" name="Picture 15" descr="RedHashing.emf"/>
          <p:cNvPicPr>
            <a:picLocks/>
          </p:cNvPicPr>
          <p:nvPr/>
        </p:nvPicPr>
        <p:blipFill rotWithShape="1">
          <a:blip r:embed="rId2">
            <a:duotone>
              <a:schemeClr val="accent1">
                <a:shade val="45000"/>
                <a:satMod val="135000"/>
              </a:schemeClr>
              <a:prstClr val="white"/>
            </a:duotone>
            <a:extLst>
              <a:ext uri="{28A0092B-C50C-407E-A947-70E740481C1C}">
                <a14:useLocalDpi xmlns:a14="http://schemas.microsoft.com/office/drawing/2010/main" val="0"/>
              </a:ext>
            </a:extLst>
          </a:blip>
          <a:srcRect l="-115" r="15828" b="36435"/>
          <a:stretch/>
        </p:blipFill>
        <p:spPr>
          <a:xfrm>
            <a:off x="1125460" y="643464"/>
            <a:ext cx="9610344" cy="155448"/>
          </a:xfrm>
          <a:prstGeom prst="rect">
            <a:avLst/>
          </a:prstGeom>
          <a:noFill/>
          <a:ln>
            <a:noFill/>
          </a:ln>
        </p:spPr>
      </p:pic>
    </p:spTree>
    <p:extLst>
      <p:ext uri="{BB962C8B-B14F-4D97-AF65-F5344CB8AC3E}">
        <p14:creationId xmlns:p14="http://schemas.microsoft.com/office/powerpoint/2010/main" val="16178614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131052" y="958037"/>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129166" y="2165621"/>
            <a:ext cx="4645152" cy="32938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095606" y="2171769"/>
            <a:ext cx="4645152" cy="32870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3/31/2026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pic>
        <p:nvPicPr>
          <p:cNvPr id="16" name="Picture 15" descr="RedHashing.emf"/>
          <p:cNvPicPr>
            <a:picLocks/>
          </p:cNvPicPr>
          <p:nvPr/>
        </p:nvPicPr>
        <p:blipFill rotWithShape="1">
          <a:blip r:embed="rId2">
            <a:duotone>
              <a:schemeClr val="accent1">
                <a:shade val="45000"/>
                <a:satMod val="135000"/>
              </a:schemeClr>
              <a:prstClr val="white"/>
            </a:duotone>
            <a:extLst>
              <a:ext uri="{28A0092B-C50C-407E-A947-70E740481C1C}">
                <a14:useLocalDpi xmlns:a14="http://schemas.microsoft.com/office/drawing/2010/main" val="0"/>
              </a:ext>
            </a:extLst>
          </a:blip>
          <a:srcRect l="-115" r="15828" b="36435"/>
          <a:stretch/>
        </p:blipFill>
        <p:spPr>
          <a:xfrm>
            <a:off x="1125460" y="643464"/>
            <a:ext cx="9610344" cy="155448"/>
          </a:xfrm>
          <a:prstGeom prst="rect">
            <a:avLst/>
          </a:prstGeom>
          <a:noFill/>
          <a:ln>
            <a:noFill/>
          </a:ln>
        </p:spPr>
      </p:pic>
    </p:spTree>
    <p:extLst>
      <p:ext uri="{BB962C8B-B14F-4D97-AF65-F5344CB8AC3E}">
        <p14:creationId xmlns:p14="http://schemas.microsoft.com/office/powerpoint/2010/main" val="35455615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29166" y="953336"/>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129166" y="2169727"/>
            <a:ext cx="4645152" cy="801943"/>
          </a:xfrm>
        </p:spPr>
        <p:txBody>
          <a:bodyPr anchor="b">
            <a:normAutofit/>
          </a:bodyPr>
          <a:lstStyle>
            <a:lvl1pPr marL="0" indent="0">
              <a:lnSpc>
                <a:spcPct val="100000"/>
              </a:lnSpc>
              <a:buNone/>
              <a:defRPr sz="2800" b="0" cap="none"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29166" y="2974448"/>
            <a:ext cx="4645152" cy="24938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094337" y="2173181"/>
            <a:ext cx="4645152" cy="802237"/>
          </a:xfrm>
        </p:spPr>
        <p:txBody>
          <a:bodyPr anchor="b">
            <a:normAutofit/>
          </a:bodyPr>
          <a:lstStyle>
            <a:lvl1pPr marL="0" indent="0">
              <a:lnSpc>
                <a:spcPct val="100000"/>
              </a:lnSpc>
              <a:buNone/>
              <a:defRPr sz="2800" b="0" cap="none"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094337" y="2971669"/>
            <a:ext cx="4645152" cy="24871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3/31/2026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pic>
        <p:nvPicPr>
          <p:cNvPr id="18" name="Picture 17" descr="RedHashing.emf"/>
          <p:cNvPicPr>
            <a:picLocks/>
          </p:cNvPicPr>
          <p:nvPr/>
        </p:nvPicPr>
        <p:blipFill rotWithShape="1">
          <a:blip r:embed="rId2">
            <a:duotone>
              <a:schemeClr val="accent1">
                <a:shade val="45000"/>
                <a:satMod val="135000"/>
              </a:schemeClr>
              <a:prstClr val="white"/>
            </a:duotone>
            <a:extLst>
              <a:ext uri="{28A0092B-C50C-407E-A947-70E740481C1C}">
                <a14:useLocalDpi xmlns:a14="http://schemas.microsoft.com/office/drawing/2010/main" val="0"/>
              </a:ext>
            </a:extLst>
          </a:blip>
          <a:srcRect l="-115" r="15828" b="36435"/>
          <a:stretch/>
        </p:blipFill>
        <p:spPr>
          <a:xfrm>
            <a:off x="1125460" y="643464"/>
            <a:ext cx="9610344" cy="155448"/>
          </a:xfrm>
          <a:prstGeom prst="rect">
            <a:avLst/>
          </a:prstGeom>
          <a:noFill/>
          <a:ln>
            <a:noFill/>
          </a:ln>
        </p:spPr>
      </p:pic>
    </p:spTree>
    <p:extLst>
      <p:ext uri="{BB962C8B-B14F-4D97-AF65-F5344CB8AC3E}">
        <p14:creationId xmlns:p14="http://schemas.microsoft.com/office/powerpoint/2010/main" val="22069711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3/31/2026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pic>
        <p:nvPicPr>
          <p:cNvPr id="14" name="Picture 13" descr="RedHashing.emf"/>
          <p:cNvPicPr>
            <a:picLocks/>
          </p:cNvPicPr>
          <p:nvPr/>
        </p:nvPicPr>
        <p:blipFill rotWithShape="1">
          <a:blip r:embed="rId2">
            <a:duotone>
              <a:schemeClr val="accent1">
                <a:shade val="45000"/>
                <a:satMod val="135000"/>
              </a:schemeClr>
              <a:prstClr val="white"/>
            </a:duotone>
            <a:extLst>
              <a:ext uri="{28A0092B-C50C-407E-A947-70E740481C1C}">
                <a14:useLocalDpi xmlns:a14="http://schemas.microsoft.com/office/drawing/2010/main" val="0"/>
              </a:ext>
            </a:extLst>
          </a:blip>
          <a:srcRect l="-115" r="15828" b="36435"/>
          <a:stretch/>
        </p:blipFill>
        <p:spPr>
          <a:xfrm>
            <a:off x="1125460" y="643464"/>
            <a:ext cx="9610344" cy="155448"/>
          </a:xfrm>
          <a:prstGeom prst="rect">
            <a:avLst/>
          </a:prstGeom>
          <a:noFill/>
          <a:ln>
            <a:noFill/>
          </a:ln>
        </p:spPr>
      </p:pic>
    </p:spTree>
    <p:extLst>
      <p:ext uri="{BB962C8B-B14F-4D97-AF65-F5344CB8AC3E}">
        <p14:creationId xmlns:p14="http://schemas.microsoft.com/office/powerpoint/2010/main" val="15552302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36327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24291" y="952578"/>
            <a:ext cx="3275013" cy="2322176"/>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4723334" y="952578"/>
            <a:ext cx="6012470" cy="4505221"/>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24291" y="3274754"/>
            <a:ext cx="3275013" cy="2178918"/>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pic>
        <p:nvPicPr>
          <p:cNvPr id="16" name="Picture 15" descr="RedHashing.emf"/>
          <p:cNvPicPr>
            <a:picLocks/>
          </p:cNvPicPr>
          <p:nvPr/>
        </p:nvPicPr>
        <p:blipFill rotWithShape="1">
          <a:blip r:embed="rId2">
            <a:duotone>
              <a:schemeClr val="accent1">
                <a:shade val="45000"/>
                <a:satMod val="135000"/>
              </a:schemeClr>
              <a:prstClr val="white"/>
            </a:duotone>
            <a:extLst>
              <a:ext uri="{28A0092B-C50C-407E-A947-70E740481C1C}">
                <a14:useLocalDpi xmlns:a14="http://schemas.microsoft.com/office/drawing/2010/main" val="0"/>
              </a:ext>
            </a:extLst>
          </a:blip>
          <a:srcRect l="-115" r="15828" b="36435"/>
          <a:stretch/>
        </p:blipFill>
        <p:spPr>
          <a:xfrm>
            <a:off x="1125460" y="643464"/>
            <a:ext cx="9610344" cy="155448"/>
          </a:xfrm>
          <a:prstGeom prst="rect">
            <a:avLst/>
          </a:prstGeom>
          <a:noFill/>
          <a:ln>
            <a:noFill/>
          </a:ln>
        </p:spPr>
      </p:pic>
    </p:spTree>
    <p:extLst>
      <p:ext uri="{BB962C8B-B14F-4D97-AF65-F5344CB8AC3E}">
        <p14:creationId xmlns:p14="http://schemas.microsoft.com/office/powerpoint/2010/main" val="29602082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a:xfrm>
              <a:off x="7477387" y="482170"/>
              <a:ext cx="4074533" cy="5149101"/>
            </a:xfrm>
            <a:prstGeom prst="rect">
              <a:avLst/>
            </a:prstGeom>
            <a:gradFill>
              <a:gsLst>
                <a:gs pos="0">
                  <a:schemeClr val="tx1">
                    <a:lumMod val="85000"/>
                    <a:lumOff val="15000"/>
                  </a:schemeClr>
                </a:gs>
                <a:gs pos="100000">
                  <a:schemeClr val="tx1">
                    <a:lumMod val="95000"/>
                    <a:lumOff val="5000"/>
                  </a:schemeClr>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14300" prst="artDeco"/>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129124" y="1129513"/>
            <a:ext cx="5854872" cy="1924208"/>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28247" y="3053721"/>
            <a:ext cx="5846486" cy="2096013"/>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125300" y="5469856"/>
            <a:ext cx="5849605" cy="320123"/>
          </a:xfrm>
        </p:spPr>
        <p:txBody>
          <a:bodyPr/>
          <a:lstStyle>
            <a:lvl1pPr algn="l">
              <a:defRPr/>
            </a:lvl1pPr>
          </a:lstStyle>
          <a:p>
            <a:fld id="{5BCAD085-E8A6-8845-BD4E-CB4CCA059FC4}" type="datetimeFigureOut">
              <a:rPr lang="en-US" smtClean="0"/>
              <a:t>3/31/2026</a:t>
            </a:fld>
            <a:endParaRPr lang="en-US"/>
          </a:p>
        </p:txBody>
      </p:sp>
      <p:sp>
        <p:nvSpPr>
          <p:cNvPr id="6" name="Footer Placeholder 5"/>
          <p:cNvSpPr>
            <a:spLocks noGrp="1"/>
          </p:cNvSpPr>
          <p:nvPr>
            <p:ph type="ftr" sz="quarter" idx="11"/>
          </p:nvPr>
        </p:nvSpPr>
        <p:spPr>
          <a:xfrm>
            <a:off x="1125300" y="318640"/>
            <a:ext cx="4877818" cy="320931"/>
          </a:xfrm>
        </p:spPr>
        <p:txBody>
          <a:bodyPr/>
          <a:lstStyle/>
          <a:p>
            <a:endParaRPr lang="en-US"/>
          </a:p>
        </p:txBody>
      </p:sp>
      <p:sp>
        <p:nvSpPr>
          <p:cNvPr id="7" name="Slide Number Placeholder 6"/>
          <p:cNvSpPr>
            <a:spLocks noGrp="1"/>
          </p:cNvSpPr>
          <p:nvPr>
            <p:ph type="sldNum" sz="quarter" idx="12"/>
          </p:nvPr>
        </p:nvSpPr>
        <p:spPr>
          <a:xfrm>
            <a:off x="6176794" y="137408"/>
            <a:ext cx="811019" cy="503578"/>
          </a:xfrm>
        </p:spPr>
        <p:txBody>
          <a:bodyPr/>
          <a:lstStyle/>
          <a:p>
            <a:fld id="{C1FF6DA9-008F-8B48-92A6-B652298478BF}" type="slidenum">
              <a:rPr lang="en-US" smtClean="0"/>
              <a:t>‹#›</a:t>
            </a:fld>
            <a:endParaRPr lang="en-US"/>
          </a:p>
        </p:txBody>
      </p:sp>
      <p:pic>
        <p:nvPicPr>
          <p:cNvPr id="22" name="Picture 21" descr="RedHashing.emf"/>
          <p:cNvPicPr>
            <a:picLocks/>
          </p:cNvPicPr>
          <p:nvPr/>
        </p:nvPicPr>
        <p:blipFill rotWithShape="1">
          <a:blip r:embed="rId2">
            <a:duotone>
              <a:schemeClr val="accent1">
                <a:shade val="45000"/>
                <a:satMod val="135000"/>
              </a:schemeClr>
              <a:prstClr val="white"/>
            </a:duotone>
            <a:extLst>
              <a:ext uri="{28A0092B-C50C-407E-A947-70E740481C1C}">
                <a14:useLocalDpi xmlns:a14="http://schemas.microsoft.com/office/drawing/2010/main" val="0"/>
              </a:ext>
            </a:extLst>
          </a:blip>
          <a:srcRect l="-116" t="474" r="48549" b="36564"/>
          <a:stretch/>
        </p:blipFill>
        <p:spPr>
          <a:xfrm>
            <a:off x="1125460" y="643464"/>
            <a:ext cx="5879592" cy="155448"/>
          </a:xfrm>
          <a:prstGeom prst="rect">
            <a:avLst/>
          </a:prstGeom>
          <a:noFill/>
          <a:ln>
            <a:noFill/>
          </a:ln>
        </p:spPr>
      </p:pic>
    </p:spTree>
    <p:extLst>
      <p:ext uri="{BB962C8B-B14F-4D97-AF65-F5344CB8AC3E}">
        <p14:creationId xmlns:p14="http://schemas.microsoft.com/office/powerpoint/2010/main" val="14286815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3/31/2026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15" name="Picture 14" descr="RedHashing.emf"/>
          <p:cNvPicPr>
            <a:picLocks/>
          </p:cNvPicPr>
          <p:nvPr/>
        </p:nvPicPr>
        <p:blipFill rotWithShape="1">
          <a:blip r:embed="rId2">
            <a:duotone>
              <a:schemeClr val="accent1">
                <a:shade val="45000"/>
                <a:satMod val="135000"/>
              </a:schemeClr>
              <a:prstClr val="white"/>
            </a:duotone>
            <a:extLst>
              <a:ext uri="{28A0092B-C50C-407E-A947-70E740481C1C}">
                <a14:useLocalDpi xmlns:a14="http://schemas.microsoft.com/office/drawing/2010/main" val="0"/>
              </a:ext>
            </a:extLst>
          </a:blip>
          <a:srcRect l="-115" r="15828" b="36435"/>
          <a:stretch/>
        </p:blipFill>
        <p:spPr>
          <a:xfrm>
            <a:off x="1125460" y="643464"/>
            <a:ext cx="9610344" cy="155448"/>
          </a:xfrm>
          <a:prstGeom prst="rect">
            <a:avLst/>
          </a:prstGeom>
          <a:noFill/>
          <a:ln>
            <a:noFill/>
          </a:ln>
        </p:spPr>
      </p:pic>
    </p:spTree>
    <p:extLst>
      <p:ext uri="{BB962C8B-B14F-4D97-AF65-F5344CB8AC3E}">
        <p14:creationId xmlns:p14="http://schemas.microsoft.com/office/powerpoint/2010/main" val="4057353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124709"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130270"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3/31/2026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17" name="Picture 16" descr="RedHashing.emf"/>
          <p:cNvPicPr>
            <a:picLocks/>
          </p:cNvPicPr>
          <p:nvPr/>
        </p:nvPicPr>
        <p:blipFill rotWithShape="1">
          <a:blip r:embed="rId2">
            <a:duotone>
              <a:schemeClr val="accent1">
                <a:shade val="45000"/>
                <a:satMod val="135000"/>
              </a:schemeClr>
              <a:prstClr val="white"/>
            </a:duotone>
            <a:extLst>
              <a:ext uri="{28A0092B-C50C-407E-A947-70E740481C1C}">
                <a14:useLocalDpi xmlns:a14="http://schemas.microsoft.com/office/drawing/2010/main" val="0"/>
              </a:ext>
            </a:extLst>
          </a:blip>
          <a:srcRect l="-115" r="59215" b="36435"/>
          <a:stretch/>
        </p:blipFill>
        <p:spPr>
          <a:xfrm rot="5400000">
            <a:off x="8642279" y="3046916"/>
            <a:ext cx="4663440" cy="155448"/>
          </a:xfrm>
          <a:prstGeom prst="rect">
            <a:avLst/>
          </a:prstGeom>
          <a:noFill/>
          <a:ln>
            <a:noFill/>
          </a:ln>
        </p:spPr>
      </p:pic>
    </p:spTree>
    <p:extLst>
      <p:ext uri="{BB962C8B-B14F-4D97-AF65-F5344CB8AC3E}">
        <p14:creationId xmlns:p14="http://schemas.microsoft.com/office/powerpoint/2010/main" val="16412754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pic>
        <p:nvPicPr>
          <p:cNvPr id="12" name="Picture 11"/>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a:xfrm>
            <a:off x="0" y="6119336"/>
            <a:ext cx="12192000" cy="742950"/>
          </a:xfrm>
          <a:prstGeom prst="rect">
            <a:avLst/>
          </a:prstGeom>
        </p:spPr>
      </p:pic>
      <p:sp>
        <p:nvSpPr>
          <p:cNvPr id="13" name="Rectangle 12"/>
          <p:cNvSpPr/>
          <p:nvPr/>
        </p:nvSpPr>
        <p:spPr>
          <a:xfrm>
            <a:off x="0" y="468769"/>
            <a:ext cx="12192000" cy="5647024"/>
          </a:xfrm>
          <a:prstGeom prst="rect">
            <a:avLst/>
          </a:prstGeom>
          <a:gradFill flip="none" rotWithShape="1">
            <a:gsLst>
              <a:gs pos="0">
                <a:schemeClr val="bg2">
                  <a:alpha val="0"/>
                  <a:lumMod val="100000"/>
                </a:schemeClr>
              </a:gs>
              <a:gs pos="100000">
                <a:schemeClr val="bg2">
                  <a:lumMod val="95000"/>
                  <a:lumOff val="5000"/>
                </a:schemeClr>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cxnSp>
        <p:nvCxnSpPr>
          <p:cNvPr id="14" name="Straight Connector 13"/>
          <p:cNvCxnSpPr/>
          <p:nvPr/>
        </p:nvCxnSpPr>
        <p:spPr>
          <a:xfrm>
            <a:off x="0" y="6121269"/>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
        <p:nvSpPr>
          <p:cNvPr id="2" name="Title Placeholder 1"/>
          <p:cNvSpPr>
            <a:spLocks noGrp="1"/>
          </p:cNvSpPr>
          <p:nvPr>
            <p:ph type="title"/>
          </p:nvPr>
        </p:nvSpPr>
        <p:spPr>
          <a:xfrm>
            <a:off x="1130270" y="953324"/>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130270" y="2171769"/>
            <a:ext cx="9603275" cy="329457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32830" y="330370"/>
            <a:ext cx="2515396"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5BCAD085-E8A6-8845-BD4E-CB4CCA059FC4}" type="datetimeFigureOut">
              <a:rPr lang="en-US" smtClean="0"/>
              <a:t>3/31/2026</a:t>
            </a:fld>
            <a:endParaRPr lang="en-US"/>
          </a:p>
        </p:txBody>
      </p:sp>
      <p:sp>
        <p:nvSpPr>
          <p:cNvPr id="5" name="Footer Placeholder 4"/>
          <p:cNvSpPr>
            <a:spLocks noGrp="1"/>
          </p:cNvSpPr>
          <p:nvPr>
            <p:ph type="ftr" sz="quarter" idx="3"/>
          </p:nvPr>
        </p:nvSpPr>
        <p:spPr>
          <a:xfrm>
            <a:off x="1130270"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9918076" y="137408"/>
            <a:ext cx="811019" cy="503578"/>
          </a:xfrm>
          <a:prstGeom prst="rect">
            <a:avLst/>
          </a:prstGeom>
        </p:spPr>
        <p:txBody>
          <a:bodyPr vert="horz" lIns="91440" tIns="45720" rIns="91440" bIns="45720" rtlCol="0" anchor="t"/>
          <a:lstStyle>
            <a:lvl1pPr algn="r">
              <a:defRPr sz="2800">
                <a:solidFill>
                  <a:schemeClr val="accent1"/>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24512784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3200" b="0" i="0" kern="1200" cap="none">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diagramColors" Target="../diagrams/colors1.xml"/><Relationship Id="rId3" Type="http://schemas.openxmlformats.org/officeDocument/2006/relationships/image" Target="../media/image1.jpg"/><Relationship Id="rId7" Type="http://schemas.openxmlformats.org/officeDocument/2006/relationships/diagramQuickStyle" Target="../diagrams/quickStyle1.xml"/><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diagramLayout" Target="../diagrams/layout1.xml"/><Relationship Id="rId5" Type="http://schemas.openxmlformats.org/officeDocument/2006/relationships/diagramData" Target="../diagrams/data1.xml"/><Relationship Id="rId4" Type="http://schemas.openxmlformats.org/officeDocument/2006/relationships/image" Target="../media/image2.emf"/><Relationship Id="rId9" Type="http://schemas.microsoft.com/office/2007/relationships/diagramDrawing" Target="../diagrams/drawing1.xml"/></Relationships>
</file>

<file path=ppt/slides/_rels/slide3.xml.rels><?xml version="1.0" encoding="UTF-8" standalone="yes"?>
<Relationships xmlns="http://schemas.openxmlformats.org/package/2006/relationships"><Relationship Id="rId8" Type="http://schemas.openxmlformats.org/officeDocument/2006/relationships/diagramColors" Target="../diagrams/colors2.xml"/><Relationship Id="rId3" Type="http://schemas.openxmlformats.org/officeDocument/2006/relationships/image" Target="../media/image1.jpg"/><Relationship Id="rId7" Type="http://schemas.openxmlformats.org/officeDocument/2006/relationships/diagramQuickStyle" Target="../diagrams/quickStyle2.xml"/><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diagramLayout" Target="../diagrams/layout2.xml"/><Relationship Id="rId5" Type="http://schemas.openxmlformats.org/officeDocument/2006/relationships/diagramData" Target="../diagrams/data2.xml"/><Relationship Id="rId4" Type="http://schemas.openxmlformats.org/officeDocument/2006/relationships/image" Target="../media/image2.emf"/><Relationship Id="rId9" Type="http://schemas.microsoft.com/office/2007/relationships/diagramDrawing" Target="../diagrams/drawing2.xml"/></Relationships>
</file>

<file path=ppt/slides/_rels/slide4.xml.rels><?xml version="1.0" encoding="UTF-8" standalone="yes"?>
<Relationships xmlns="http://schemas.openxmlformats.org/package/2006/relationships"><Relationship Id="rId8" Type="http://schemas.openxmlformats.org/officeDocument/2006/relationships/diagramColors" Target="../diagrams/colors3.xml"/><Relationship Id="rId3" Type="http://schemas.openxmlformats.org/officeDocument/2006/relationships/image" Target="../media/image1.jpg"/><Relationship Id="rId7" Type="http://schemas.openxmlformats.org/officeDocument/2006/relationships/diagramQuickStyle" Target="../diagrams/quickStyle3.xml"/><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diagramLayout" Target="../diagrams/layout3.xml"/><Relationship Id="rId5" Type="http://schemas.openxmlformats.org/officeDocument/2006/relationships/diagramData" Target="../diagrams/data3.xml"/><Relationship Id="rId4" Type="http://schemas.openxmlformats.org/officeDocument/2006/relationships/image" Target="../media/image2.emf"/><Relationship Id="rId9" Type="http://schemas.microsoft.com/office/2007/relationships/diagramDrawing" Target="../diagrams/drawing3.xml"/></Relationships>
</file>

<file path=ppt/slides/_rels/slide5.xml.rels><?xml version="1.0" encoding="UTF-8" standalone="yes"?>
<Relationships xmlns="http://schemas.openxmlformats.org/package/2006/relationships"><Relationship Id="rId8" Type="http://schemas.openxmlformats.org/officeDocument/2006/relationships/diagramColors" Target="../diagrams/colors4.xml"/><Relationship Id="rId3" Type="http://schemas.openxmlformats.org/officeDocument/2006/relationships/image" Target="../media/image1.jpg"/><Relationship Id="rId7" Type="http://schemas.openxmlformats.org/officeDocument/2006/relationships/diagramQuickStyle" Target="../diagrams/quickStyle4.xml"/><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diagramLayout" Target="../diagrams/layout4.xml"/><Relationship Id="rId5" Type="http://schemas.openxmlformats.org/officeDocument/2006/relationships/diagramData" Target="../diagrams/data4.xml"/><Relationship Id="rId4" Type="http://schemas.openxmlformats.org/officeDocument/2006/relationships/image" Target="../media/image2.emf"/><Relationship Id="rId9" Type="http://schemas.microsoft.com/office/2007/relationships/diagramDrawing" Target="../diagrams/drawing4.xml"/></Relationships>
</file>

<file path=ppt/slides/_rels/slide6.xml.rels><?xml version="1.0" encoding="UTF-8" standalone="yes"?>
<Relationships xmlns="http://schemas.openxmlformats.org/package/2006/relationships"><Relationship Id="rId8" Type="http://schemas.openxmlformats.org/officeDocument/2006/relationships/diagramColors" Target="../diagrams/colors5.xml"/><Relationship Id="rId3" Type="http://schemas.openxmlformats.org/officeDocument/2006/relationships/image" Target="../media/image1.jpg"/><Relationship Id="rId7" Type="http://schemas.openxmlformats.org/officeDocument/2006/relationships/diagramQuickStyle" Target="../diagrams/quickStyle5.xml"/><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diagramLayout" Target="../diagrams/layout5.xml"/><Relationship Id="rId5" Type="http://schemas.openxmlformats.org/officeDocument/2006/relationships/diagramData" Target="../diagrams/data5.xml"/><Relationship Id="rId4" Type="http://schemas.openxmlformats.org/officeDocument/2006/relationships/image" Target="../media/image2.emf"/><Relationship Id="rId9" Type="http://schemas.microsoft.com/office/2007/relationships/diagramDrawing" Target="../diagrams/drawing5.xml"/></Relationships>
</file>

<file path=ppt/slides/_rels/slide7.xml.rels><?xml version="1.0" encoding="UTF-8" standalone="yes"?>
<Relationships xmlns="http://schemas.openxmlformats.org/package/2006/relationships"><Relationship Id="rId8" Type="http://schemas.openxmlformats.org/officeDocument/2006/relationships/diagramColors" Target="../diagrams/colors6.xml"/><Relationship Id="rId3" Type="http://schemas.openxmlformats.org/officeDocument/2006/relationships/image" Target="../media/image1.jpg"/><Relationship Id="rId7" Type="http://schemas.openxmlformats.org/officeDocument/2006/relationships/diagramQuickStyle" Target="../diagrams/quickStyle6.xml"/><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diagramLayout" Target="../diagrams/layout6.xml"/><Relationship Id="rId5" Type="http://schemas.openxmlformats.org/officeDocument/2006/relationships/diagramData" Target="../diagrams/data6.xml"/><Relationship Id="rId4" Type="http://schemas.openxmlformats.org/officeDocument/2006/relationships/image" Target="../media/image2.emf"/><Relationship Id="rId9" Type="http://schemas.microsoft.com/office/2007/relationships/diagramDrawing" Target="../diagrams/drawing6.xml"/></Relationships>
</file>

<file path=ppt/slides/_rels/slide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2.emf"/></Relationships>
</file>

<file path=ppt/slides/_rels/slide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2.emf"/></Relationships>
</file>

<file path=ppt/slides/_rels/slide10.xml.rels><?xml version="1.0" encoding="UTF-8" standalone="yes"?>
<Relationships xmlns="http://schemas.openxmlformats.org/package/2006/relationships"><Relationship Id="rId8" Type="http://schemas.openxmlformats.org/officeDocument/2006/relationships/diagramColors" Target="../diagrams/colors7.xml"/><Relationship Id="rId3" Type="http://schemas.openxmlformats.org/officeDocument/2006/relationships/image" Target="../media/image1.jpg"/><Relationship Id="rId7" Type="http://schemas.openxmlformats.org/officeDocument/2006/relationships/diagramQuickStyle" Target="../diagrams/quickStyle7.xml"/><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diagramLayout" Target="../diagrams/layout7.xml"/><Relationship Id="rId5" Type="http://schemas.openxmlformats.org/officeDocument/2006/relationships/diagramData" Target="../diagrams/data7.xml"/><Relationship Id="rId4" Type="http://schemas.openxmlformats.org/officeDocument/2006/relationships/image" Target="../media/image2.emf"/><Relationship Id="rId9" Type="http://schemas.microsoft.com/office/2007/relationships/diagramDrawing" Target="../diagrams/drawing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3B82F6"/>
        </a:solidFill>
        <a:effectLst/>
      </p:bgPr>
    </p:bg>
    <p:spTree>
      <p:nvGrpSpPr>
        <p:cNvPr id="1" name=""/>
        <p:cNvGrpSpPr/>
        <p:nvPr/>
      </p:nvGrpSpPr>
      <p:grpSpPr>
        <a:xfrm>
          <a:off x="0" y="0"/>
          <a:ext cx="0" cy="0"/>
          <a:chOff x="0" y="0"/>
          <a:chExt cx="0" cy="0"/>
        </a:xfrm>
      </p:grpSpPr>
      <p:sp>
        <p:nvSpPr>
          <p:cNvPr id="2" name="TextBox 1"/>
          <p:cNvSpPr txBox="1"/>
          <p:nvPr/>
        </p:nvSpPr>
        <p:spPr>
          <a:xfrm>
            <a:off x="1981200" y="2286000"/>
            <a:ext cx="8229600" cy="923330"/>
          </a:xfrm>
          <a:prstGeom prst="rect">
            <a:avLst/>
          </a:prstGeom>
          <a:noFill/>
        </p:spPr>
        <p:txBody>
          <a:bodyPr wrap="square">
            <a:spAutoFit/>
          </a:bodyPr>
          <a:lstStyle/>
          <a:p>
            <a:pPr algn="ctr">
              <a:defRPr sz="5400" b="1">
                <a:solidFill>
                  <a:srgbClr val="FFFFFF"/>
                </a:solidFill>
              </a:defRPr>
            </a:pPr>
            <a:r>
              <a:rPr sz="5400"/>
              <a:t>Shawkat's Charity DApp</a:t>
            </a:r>
          </a:p>
        </p:txBody>
      </p:sp>
      <p:sp>
        <p:nvSpPr>
          <p:cNvPr id="3" name="TextBox 2"/>
          <p:cNvSpPr txBox="1"/>
          <p:nvPr/>
        </p:nvSpPr>
        <p:spPr>
          <a:xfrm>
            <a:off x="1981200" y="3840481"/>
            <a:ext cx="8229600" cy="1077218"/>
          </a:xfrm>
          <a:prstGeom prst="rect">
            <a:avLst/>
          </a:prstGeom>
          <a:noFill/>
        </p:spPr>
        <p:txBody>
          <a:bodyPr wrap="square">
            <a:spAutoFit/>
          </a:bodyPr>
          <a:lstStyle/>
          <a:p>
            <a:pPr algn="ctr">
              <a:defRPr sz="2400">
                <a:solidFill>
                  <a:srgbClr val="FFFFFF"/>
                </a:solidFill>
              </a:defRPr>
            </a:pPr>
            <a:r>
              <a:rPr sz="3200"/>
              <a:t>A simple and transparent way to support good causes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4000"/>
                <a:satMod val="80000"/>
                <a:lumMod val="106000"/>
              </a:schemeClr>
            </a:gs>
            <a:gs pos="100000">
              <a:schemeClr val="bg1">
                <a:shade val="80000"/>
                <a:lumMod val="108000"/>
              </a:schemeClr>
            </a:gs>
          </a:gsLst>
          <a:path path="circle">
            <a:fillToRect l="43000" r="43000" b="100000"/>
          </a:path>
        </a:gra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B13EE355-0D4C-4D91-8AE1-2876567D12C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a:xfrm>
            <a:off x="0" y="6119336"/>
            <a:ext cx="12192000" cy="742950"/>
          </a:xfrm>
          <a:prstGeom prst="rect">
            <a:avLst/>
          </a:prstGeom>
        </p:spPr>
      </p:pic>
      <p:sp>
        <p:nvSpPr>
          <p:cNvPr id="11" name="Rectangle 10">
            <a:extLst>
              <a:ext uri="{FF2B5EF4-FFF2-40B4-BE49-F238E27FC236}">
                <a16:creationId xmlns:a16="http://schemas.microsoft.com/office/drawing/2014/main" id="{A01B9BFB-0E23-404F-936C-2681B3883A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68769"/>
            <a:ext cx="12192000" cy="5647024"/>
          </a:xfrm>
          <a:prstGeom prst="rect">
            <a:avLst/>
          </a:prstGeom>
          <a:gradFill flip="none" rotWithShape="1">
            <a:gsLst>
              <a:gs pos="0">
                <a:schemeClr val="bg2">
                  <a:alpha val="0"/>
                  <a:lumMod val="100000"/>
                </a:schemeClr>
              </a:gs>
              <a:gs pos="100000">
                <a:schemeClr val="bg2">
                  <a:lumMod val="95000"/>
                  <a:lumOff val="5000"/>
                </a:schemeClr>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cxnSp>
        <p:nvCxnSpPr>
          <p:cNvPr id="13" name="Straight Connector 12">
            <a:extLst>
              <a:ext uri="{FF2B5EF4-FFF2-40B4-BE49-F238E27FC236}">
                <a16:creationId xmlns:a16="http://schemas.microsoft.com/office/drawing/2014/main" id="{CA188135-D6F0-4A77-85B9-2E45772B34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21269"/>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pic>
        <p:nvPicPr>
          <p:cNvPr id="15" name="Picture 14">
            <a:extLst>
              <a:ext uri="{FF2B5EF4-FFF2-40B4-BE49-F238E27FC236}">
                <a16:creationId xmlns:a16="http://schemas.microsoft.com/office/drawing/2014/main" id="{8FB62CA7-7168-452A-8E46-BFE14ECFBF8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duotone>
              <a:schemeClr val="accent1">
                <a:shade val="45000"/>
                <a:satMod val="135000"/>
              </a:schemeClr>
              <a:prstClr val="white"/>
            </a:duotone>
            <a:extLst>
              <a:ext uri="{28A0092B-C50C-407E-A947-70E740481C1C}">
                <a14:useLocalDpi xmlns:a14="http://schemas.microsoft.com/office/drawing/2010/main" val="0"/>
              </a:ext>
            </a:extLst>
          </a:blip>
          <a:srcRect l="-115" r="15828" b="36435"/>
          <a:stretch/>
        </p:blipFill>
        <p:spPr>
          <a:xfrm>
            <a:off x="1125460" y="643464"/>
            <a:ext cx="9610344" cy="155448"/>
          </a:xfrm>
          <a:prstGeom prst="rect">
            <a:avLst/>
          </a:prstGeom>
          <a:noFill/>
          <a:ln>
            <a:noFill/>
          </a:ln>
        </p:spPr>
      </p:pic>
      <p:sp useBgFill="1">
        <p:nvSpPr>
          <p:cNvPr id="17" name="Rectangle 16">
            <a:extLst>
              <a:ext uri="{FF2B5EF4-FFF2-40B4-BE49-F238E27FC236}">
                <a16:creationId xmlns:a16="http://schemas.microsoft.com/office/drawing/2014/main" id="{2696A513-97D8-4AC6-AC6A-1D833A5690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84A9FBAF-58DF-421B-B0FC-BE534D2FAD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019476"/>
            <a:ext cx="12192000" cy="4838524"/>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 name="Rectangle 1"/>
          <p:cNvSpPr/>
          <p:nvPr/>
        </p:nvSpPr>
        <p:spPr>
          <a:xfrm>
            <a:off x="7555992" y="2307409"/>
            <a:ext cx="3157577" cy="3747316"/>
          </a:xfrm>
          <a:prstGeom prst="rect">
            <a:avLst/>
          </a:prstGeom>
        </p:spPr>
        <p:style>
          <a:lnRef idx="1">
            <a:schemeClr val="accent1"/>
          </a:lnRef>
          <a:fillRef idx="3">
            <a:schemeClr val="accent1"/>
          </a:fillRef>
          <a:effectRef idx="2">
            <a:schemeClr val="accent1"/>
          </a:effectRef>
          <a:fontRef idx="minor">
            <a:schemeClr val="lt1"/>
          </a:fontRef>
        </p:style>
        <p:txBody>
          <a:bodyPr vert="horz" lIns="91440" tIns="45720" rIns="91440" bIns="45720" rtlCol="0" anchor="t">
            <a:normAutofit/>
          </a:bodyPr>
          <a:lstStyle/>
          <a:p>
            <a:pPr defTabSz="914400">
              <a:lnSpc>
                <a:spcPct val="90000"/>
              </a:lnSpc>
              <a:spcBef>
                <a:spcPct val="0"/>
              </a:spcBef>
              <a:spcAft>
                <a:spcPts val="600"/>
              </a:spcAft>
              <a:defRPr sz="4000" b="1">
                <a:solidFill>
                  <a:srgbClr val="FFFFFF"/>
                </a:solidFill>
              </a:defRPr>
            </a:pPr>
            <a:r>
              <a:rPr lang="en-US" sz="3200">
                <a:solidFill>
                  <a:schemeClr val="tx1"/>
                </a:solidFill>
                <a:latin typeface="+mj-lt"/>
                <a:ea typeface="+mj-ea"/>
                <a:cs typeface="+mj-cs"/>
              </a:rPr>
              <a:t>Problem &amp; Vision</a:t>
            </a:r>
          </a:p>
        </p:txBody>
      </p:sp>
      <p:cxnSp>
        <p:nvCxnSpPr>
          <p:cNvPr id="21" name="Straight Connector 20">
            <a:extLst>
              <a:ext uri="{FF2B5EF4-FFF2-40B4-BE49-F238E27FC236}">
                <a16:creationId xmlns:a16="http://schemas.microsoft.com/office/drawing/2014/main" id="{4FA13349-E604-4469-B599-3DADA7A93F7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555992" y="2146542"/>
            <a:ext cx="3157578"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23" name="Title 1">
            <a:extLst>
              <a:ext uri="{FF2B5EF4-FFF2-40B4-BE49-F238E27FC236}">
                <a16:creationId xmlns:a16="http://schemas.microsoft.com/office/drawing/2014/main" id="{F59C4CAC-B6F7-4EB9-B195-2DE22AE6361B}"/>
              </a:ext>
              <a:ext uri="{C183D7F6-B498-43B3-948B-1728B52AA6E4}">
                <adec:decorative xmlns:adec="http://schemas.microsoft.com/office/drawing/2017/decorative" val="1"/>
              </a:ext>
            </a:extLst>
          </p:cNvPr>
          <p:cNvSpPr txBox="1">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51580" y="3122496"/>
            <a:ext cx="3530157" cy="1049235"/>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a:lstStyle>
          <a:p>
            <a:endParaRPr lang="en-US" dirty="0"/>
          </a:p>
        </p:txBody>
      </p:sp>
      <p:graphicFrame>
        <p:nvGraphicFramePr>
          <p:cNvPr id="5" name="TextBox 2">
            <a:extLst>
              <a:ext uri="{FF2B5EF4-FFF2-40B4-BE49-F238E27FC236}">
                <a16:creationId xmlns:a16="http://schemas.microsoft.com/office/drawing/2014/main" id="{44676F60-E76E-A4C0-9045-46721B103089}"/>
              </a:ext>
            </a:extLst>
          </p:cNvPr>
          <p:cNvGraphicFramePr/>
          <p:nvPr>
            <p:extLst>
              <p:ext uri="{D42A27DB-BD31-4B8C-83A1-F6EECF244321}">
                <p14:modId xmlns:p14="http://schemas.microsoft.com/office/powerpoint/2010/main" val="823405438"/>
              </p:ext>
            </p:extLst>
          </p:nvPr>
        </p:nvGraphicFramePr>
        <p:xfrm>
          <a:off x="1136347" y="803275"/>
          <a:ext cx="5913437" cy="5251450"/>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4000"/>
                <a:satMod val="80000"/>
                <a:lumMod val="106000"/>
              </a:schemeClr>
            </a:gs>
            <a:gs pos="100000">
              <a:schemeClr val="bg1">
                <a:shade val="80000"/>
                <a:lumMod val="108000"/>
              </a:schemeClr>
            </a:gs>
          </a:gsLst>
          <a:path path="circle">
            <a:fillToRect l="43000" r="43000" b="100000"/>
          </a:path>
        </a:gra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B13EE355-0D4C-4D91-8AE1-2876567D12C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a:xfrm>
            <a:off x="0" y="6119336"/>
            <a:ext cx="12192000" cy="742950"/>
          </a:xfrm>
          <a:prstGeom prst="rect">
            <a:avLst/>
          </a:prstGeom>
        </p:spPr>
      </p:pic>
      <p:sp>
        <p:nvSpPr>
          <p:cNvPr id="11" name="Rectangle 10">
            <a:extLst>
              <a:ext uri="{FF2B5EF4-FFF2-40B4-BE49-F238E27FC236}">
                <a16:creationId xmlns:a16="http://schemas.microsoft.com/office/drawing/2014/main" id="{A01B9BFB-0E23-404F-936C-2681B3883A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68769"/>
            <a:ext cx="12192000" cy="5647024"/>
          </a:xfrm>
          <a:prstGeom prst="rect">
            <a:avLst/>
          </a:prstGeom>
          <a:gradFill flip="none" rotWithShape="1">
            <a:gsLst>
              <a:gs pos="0">
                <a:schemeClr val="bg2">
                  <a:alpha val="0"/>
                  <a:lumMod val="100000"/>
                </a:schemeClr>
              </a:gs>
              <a:gs pos="100000">
                <a:schemeClr val="bg2">
                  <a:lumMod val="95000"/>
                  <a:lumOff val="5000"/>
                </a:schemeClr>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cxnSp>
        <p:nvCxnSpPr>
          <p:cNvPr id="13" name="Straight Connector 12">
            <a:extLst>
              <a:ext uri="{FF2B5EF4-FFF2-40B4-BE49-F238E27FC236}">
                <a16:creationId xmlns:a16="http://schemas.microsoft.com/office/drawing/2014/main" id="{CA188135-D6F0-4A77-85B9-2E45772B34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21269"/>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pic>
        <p:nvPicPr>
          <p:cNvPr id="15" name="Picture 14">
            <a:extLst>
              <a:ext uri="{FF2B5EF4-FFF2-40B4-BE49-F238E27FC236}">
                <a16:creationId xmlns:a16="http://schemas.microsoft.com/office/drawing/2014/main" id="{8FB62CA7-7168-452A-8E46-BFE14ECFBF8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duotone>
              <a:schemeClr val="accent1">
                <a:shade val="45000"/>
                <a:satMod val="135000"/>
              </a:schemeClr>
              <a:prstClr val="white"/>
            </a:duotone>
            <a:extLst>
              <a:ext uri="{28A0092B-C50C-407E-A947-70E740481C1C}">
                <a14:useLocalDpi xmlns:a14="http://schemas.microsoft.com/office/drawing/2010/main" val="0"/>
              </a:ext>
            </a:extLst>
          </a:blip>
          <a:srcRect l="-115" r="15828" b="36435"/>
          <a:stretch/>
        </p:blipFill>
        <p:spPr>
          <a:xfrm>
            <a:off x="1125460" y="643464"/>
            <a:ext cx="9610344" cy="155448"/>
          </a:xfrm>
          <a:prstGeom prst="rect">
            <a:avLst/>
          </a:prstGeom>
          <a:noFill/>
          <a:ln>
            <a:noFill/>
          </a:ln>
        </p:spPr>
      </p:pic>
      <p:sp useBgFill="1">
        <p:nvSpPr>
          <p:cNvPr id="17" name="Rectangle 16">
            <a:extLst>
              <a:ext uri="{FF2B5EF4-FFF2-40B4-BE49-F238E27FC236}">
                <a16:creationId xmlns:a16="http://schemas.microsoft.com/office/drawing/2014/main" id="{2696A513-97D8-4AC6-AC6A-1D833A5690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84A9FBAF-58DF-421B-B0FC-BE534D2FAD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019476"/>
            <a:ext cx="12192000" cy="4838524"/>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 name="Rectangle 1"/>
          <p:cNvSpPr/>
          <p:nvPr/>
        </p:nvSpPr>
        <p:spPr>
          <a:xfrm>
            <a:off x="7555992" y="2307409"/>
            <a:ext cx="3157577" cy="3747316"/>
          </a:xfrm>
          <a:prstGeom prst="rect">
            <a:avLst/>
          </a:prstGeom>
        </p:spPr>
        <p:style>
          <a:lnRef idx="1">
            <a:schemeClr val="accent1"/>
          </a:lnRef>
          <a:fillRef idx="3">
            <a:schemeClr val="accent1"/>
          </a:fillRef>
          <a:effectRef idx="2">
            <a:schemeClr val="accent1"/>
          </a:effectRef>
          <a:fontRef idx="minor">
            <a:schemeClr val="lt1"/>
          </a:fontRef>
        </p:style>
        <p:txBody>
          <a:bodyPr vert="horz" lIns="91440" tIns="45720" rIns="91440" bIns="45720" rtlCol="0" anchor="t">
            <a:normAutofit/>
          </a:bodyPr>
          <a:lstStyle/>
          <a:p>
            <a:pPr defTabSz="914400">
              <a:lnSpc>
                <a:spcPct val="90000"/>
              </a:lnSpc>
              <a:spcBef>
                <a:spcPct val="0"/>
              </a:spcBef>
              <a:spcAft>
                <a:spcPts val="600"/>
              </a:spcAft>
              <a:defRPr sz="4000" b="1">
                <a:solidFill>
                  <a:srgbClr val="FFFFFF"/>
                </a:solidFill>
              </a:defRPr>
            </a:pPr>
            <a:r>
              <a:rPr lang="en-US" sz="3200">
                <a:solidFill>
                  <a:schemeClr val="tx1"/>
                </a:solidFill>
                <a:latin typeface="+mj-lt"/>
                <a:ea typeface="+mj-ea"/>
                <a:cs typeface="+mj-cs"/>
              </a:rPr>
              <a:t>Key Features</a:t>
            </a:r>
          </a:p>
        </p:txBody>
      </p:sp>
      <p:cxnSp>
        <p:nvCxnSpPr>
          <p:cNvPr id="21" name="Straight Connector 20">
            <a:extLst>
              <a:ext uri="{FF2B5EF4-FFF2-40B4-BE49-F238E27FC236}">
                <a16:creationId xmlns:a16="http://schemas.microsoft.com/office/drawing/2014/main" id="{4FA13349-E604-4469-B599-3DADA7A93F7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555992" y="2146542"/>
            <a:ext cx="3157578"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23" name="Title 1">
            <a:extLst>
              <a:ext uri="{FF2B5EF4-FFF2-40B4-BE49-F238E27FC236}">
                <a16:creationId xmlns:a16="http://schemas.microsoft.com/office/drawing/2014/main" id="{F59C4CAC-B6F7-4EB9-B195-2DE22AE6361B}"/>
              </a:ext>
              <a:ext uri="{C183D7F6-B498-43B3-948B-1728B52AA6E4}">
                <adec:decorative xmlns:adec="http://schemas.microsoft.com/office/drawing/2017/decorative" val="1"/>
              </a:ext>
            </a:extLst>
          </p:cNvPr>
          <p:cNvSpPr txBox="1">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51580" y="3122496"/>
            <a:ext cx="3530157" cy="1049235"/>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a:lstStyle>
          <a:p>
            <a:endParaRPr lang="en-US" dirty="0"/>
          </a:p>
        </p:txBody>
      </p:sp>
      <p:graphicFrame>
        <p:nvGraphicFramePr>
          <p:cNvPr id="5" name="TextBox 2">
            <a:extLst>
              <a:ext uri="{FF2B5EF4-FFF2-40B4-BE49-F238E27FC236}">
                <a16:creationId xmlns:a16="http://schemas.microsoft.com/office/drawing/2014/main" id="{AEB41FA1-5540-21BA-D118-A0858C423920}"/>
              </a:ext>
            </a:extLst>
          </p:cNvPr>
          <p:cNvGraphicFramePr/>
          <p:nvPr>
            <p:extLst>
              <p:ext uri="{D42A27DB-BD31-4B8C-83A1-F6EECF244321}">
                <p14:modId xmlns:p14="http://schemas.microsoft.com/office/powerpoint/2010/main" val="3016591305"/>
              </p:ext>
            </p:extLst>
          </p:nvPr>
        </p:nvGraphicFramePr>
        <p:xfrm>
          <a:off x="1136347" y="803275"/>
          <a:ext cx="5913437" cy="5251450"/>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4000"/>
                <a:satMod val="80000"/>
                <a:lumMod val="106000"/>
              </a:schemeClr>
            </a:gs>
            <a:gs pos="100000">
              <a:schemeClr val="bg1">
                <a:shade val="80000"/>
                <a:lumMod val="108000"/>
              </a:schemeClr>
            </a:gs>
          </a:gsLst>
          <a:path path="circle">
            <a:fillToRect l="43000" r="43000" b="100000"/>
          </a:path>
        </a:gradFill>
        <a:effectLst/>
      </p:bgPr>
    </p:bg>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B13EE355-0D4C-4D91-8AE1-2876567D12C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a:xfrm>
            <a:off x="0" y="6119336"/>
            <a:ext cx="12192000" cy="742950"/>
          </a:xfrm>
          <a:prstGeom prst="rect">
            <a:avLst/>
          </a:prstGeom>
        </p:spPr>
      </p:pic>
      <p:sp>
        <p:nvSpPr>
          <p:cNvPr id="26" name="Rectangle 25">
            <a:extLst>
              <a:ext uri="{FF2B5EF4-FFF2-40B4-BE49-F238E27FC236}">
                <a16:creationId xmlns:a16="http://schemas.microsoft.com/office/drawing/2014/main" id="{A01B9BFB-0E23-404F-936C-2681B3883A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68769"/>
            <a:ext cx="12192000" cy="5647024"/>
          </a:xfrm>
          <a:prstGeom prst="rect">
            <a:avLst/>
          </a:prstGeom>
          <a:gradFill flip="none" rotWithShape="1">
            <a:gsLst>
              <a:gs pos="0">
                <a:schemeClr val="bg2">
                  <a:alpha val="0"/>
                  <a:lumMod val="100000"/>
                </a:schemeClr>
              </a:gs>
              <a:gs pos="100000">
                <a:schemeClr val="bg2">
                  <a:lumMod val="95000"/>
                  <a:lumOff val="5000"/>
                </a:schemeClr>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cxnSp>
        <p:nvCxnSpPr>
          <p:cNvPr id="27" name="Straight Connector 26">
            <a:extLst>
              <a:ext uri="{FF2B5EF4-FFF2-40B4-BE49-F238E27FC236}">
                <a16:creationId xmlns:a16="http://schemas.microsoft.com/office/drawing/2014/main" id="{CA188135-D6F0-4A77-85B9-2E45772B34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21269"/>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pic>
        <p:nvPicPr>
          <p:cNvPr id="28" name="Picture 27">
            <a:extLst>
              <a:ext uri="{FF2B5EF4-FFF2-40B4-BE49-F238E27FC236}">
                <a16:creationId xmlns:a16="http://schemas.microsoft.com/office/drawing/2014/main" id="{8FB62CA7-7168-452A-8E46-BFE14ECFBF8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duotone>
              <a:schemeClr val="accent1">
                <a:shade val="45000"/>
                <a:satMod val="135000"/>
              </a:schemeClr>
              <a:prstClr val="white"/>
            </a:duotone>
            <a:extLst>
              <a:ext uri="{28A0092B-C50C-407E-A947-70E740481C1C}">
                <a14:useLocalDpi xmlns:a14="http://schemas.microsoft.com/office/drawing/2010/main" val="0"/>
              </a:ext>
            </a:extLst>
          </a:blip>
          <a:srcRect l="-115" r="15828" b="36435"/>
          <a:stretch/>
        </p:blipFill>
        <p:spPr>
          <a:xfrm>
            <a:off x="1125460" y="643464"/>
            <a:ext cx="9610344" cy="155448"/>
          </a:xfrm>
          <a:prstGeom prst="rect">
            <a:avLst/>
          </a:prstGeom>
          <a:noFill/>
          <a:ln>
            <a:noFill/>
          </a:ln>
        </p:spPr>
      </p:pic>
      <p:sp useBgFill="1">
        <p:nvSpPr>
          <p:cNvPr id="29" name="Rectangle 28">
            <a:extLst>
              <a:ext uri="{FF2B5EF4-FFF2-40B4-BE49-F238E27FC236}">
                <a16:creationId xmlns:a16="http://schemas.microsoft.com/office/drawing/2014/main" id="{2696A513-97D8-4AC6-AC6A-1D833A5690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84A9FBAF-58DF-421B-B0FC-BE534D2FAD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019476"/>
            <a:ext cx="12192000" cy="4838524"/>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 name="Rectangle 1"/>
          <p:cNvSpPr/>
          <p:nvPr/>
        </p:nvSpPr>
        <p:spPr>
          <a:xfrm>
            <a:off x="7555992" y="2307409"/>
            <a:ext cx="3157577" cy="3747316"/>
          </a:xfrm>
          <a:prstGeom prst="rect">
            <a:avLst/>
          </a:prstGeom>
        </p:spPr>
        <p:style>
          <a:lnRef idx="1">
            <a:schemeClr val="accent1"/>
          </a:lnRef>
          <a:fillRef idx="3">
            <a:schemeClr val="accent1"/>
          </a:fillRef>
          <a:effectRef idx="2">
            <a:schemeClr val="accent1"/>
          </a:effectRef>
          <a:fontRef idx="minor">
            <a:schemeClr val="lt1"/>
          </a:fontRef>
        </p:style>
        <p:txBody>
          <a:bodyPr vert="horz" lIns="91440" tIns="45720" rIns="91440" bIns="45720" rtlCol="0" anchor="t">
            <a:normAutofit/>
          </a:bodyPr>
          <a:lstStyle/>
          <a:p>
            <a:pPr defTabSz="914400">
              <a:lnSpc>
                <a:spcPct val="90000"/>
              </a:lnSpc>
              <a:spcBef>
                <a:spcPct val="0"/>
              </a:spcBef>
              <a:spcAft>
                <a:spcPts val="600"/>
              </a:spcAft>
              <a:defRPr sz="4000" b="1">
                <a:solidFill>
                  <a:srgbClr val="FFFFFF"/>
                </a:solidFill>
              </a:defRPr>
            </a:pPr>
            <a:r>
              <a:rPr lang="en-US" sz="3200">
                <a:solidFill>
                  <a:schemeClr val="tx1"/>
                </a:solidFill>
                <a:latin typeface="+mj-lt"/>
                <a:ea typeface="+mj-ea"/>
                <a:cs typeface="+mj-cs"/>
              </a:rPr>
              <a:t>Technology Stack</a:t>
            </a:r>
          </a:p>
        </p:txBody>
      </p:sp>
      <p:cxnSp>
        <p:nvCxnSpPr>
          <p:cNvPr id="31" name="Straight Connector 30">
            <a:extLst>
              <a:ext uri="{FF2B5EF4-FFF2-40B4-BE49-F238E27FC236}">
                <a16:creationId xmlns:a16="http://schemas.microsoft.com/office/drawing/2014/main" id="{4FA13349-E604-4469-B599-3DADA7A93F7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555992" y="2146542"/>
            <a:ext cx="3157578"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32" name="Title 1">
            <a:extLst>
              <a:ext uri="{FF2B5EF4-FFF2-40B4-BE49-F238E27FC236}">
                <a16:creationId xmlns:a16="http://schemas.microsoft.com/office/drawing/2014/main" id="{F59C4CAC-B6F7-4EB9-B195-2DE22AE6361B}"/>
              </a:ext>
              <a:ext uri="{C183D7F6-B498-43B3-948B-1728B52AA6E4}">
                <adec:decorative xmlns:adec="http://schemas.microsoft.com/office/drawing/2017/decorative" val="1"/>
              </a:ext>
            </a:extLst>
          </p:cNvPr>
          <p:cNvSpPr txBox="1">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51580" y="3122496"/>
            <a:ext cx="3530157" cy="1049235"/>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a:lstStyle>
          <a:p>
            <a:endParaRPr lang="en-US" dirty="0"/>
          </a:p>
        </p:txBody>
      </p:sp>
      <p:graphicFrame>
        <p:nvGraphicFramePr>
          <p:cNvPr id="33" name="TextBox 2">
            <a:extLst>
              <a:ext uri="{FF2B5EF4-FFF2-40B4-BE49-F238E27FC236}">
                <a16:creationId xmlns:a16="http://schemas.microsoft.com/office/drawing/2014/main" id="{D8A33A8E-061B-409F-55ED-F22F49BF720F}"/>
              </a:ext>
            </a:extLst>
          </p:cNvPr>
          <p:cNvGraphicFramePr/>
          <p:nvPr>
            <p:extLst>
              <p:ext uri="{D42A27DB-BD31-4B8C-83A1-F6EECF244321}">
                <p14:modId xmlns:p14="http://schemas.microsoft.com/office/powerpoint/2010/main" val="2243033760"/>
              </p:ext>
            </p:extLst>
          </p:nvPr>
        </p:nvGraphicFramePr>
        <p:xfrm>
          <a:off x="1136347" y="803275"/>
          <a:ext cx="5913437" cy="5251450"/>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4000"/>
                <a:satMod val="80000"/>
                <a:lumMod val="106000"/>
              </a:schemeClr>
            </a:gs>
            <a:gs pos="100000">
              <a:schemeClr val="bg1">
                <a:shade val="80000"/>
                <a:lumMod val="108000"/>
              </a:schemeClr>
            </a:gs>
          </a:gsLst>
          <a:path path="circle">
            <a:fillToRect l="43000" r="43000" b="100000"/>
          </a:path>
        </a:gradFill>
        <a:effectLst/>
      </p:bgPr>
    </p:bg>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B13EE355-0D4C-4D91-8AE1-2876567D12C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a:xfrm>
            <a:off x="0" y="6119336"/>
            <a:ext cx="12192000" cy="742950"/>
          </a:xfrm>
          <a:prstGeom prst="rect">
            <a:avLst/>
          </a:prstGeom>
        </p:spPr>
      </p:pic>
      <p:sp>
        <p:nvSpPr>
          <p:cNvPr id="24" name="Rectangle 23">
            <a:extLst>
              <a:ext uri="{FF2B5EF4-FFF2-40B4-BE49-F238E27FC236}">
                <a16:creationId xmlns:a16="http://schemas.microsoft.com/office/drawing/2014/main" id="{A01B9BFB-0E23-404F-936C-2681B3883A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68769"/>
            <a:ext cx="12192000" cy="5647024"/>
          </a:xfrm>
          <a:prstGeom prst="rect">
            <a:avLst/>
          </a:prstGeom>
          <a:gradFill flip="none" rotWithShape="1">
            <a:gsLst>
              <a:gs pos="0">
                <a:schemeClr val="bg2">
                  <a:alpha val="0"/>
                  <a:lumMod val="100000"/>
                </a:schemeClr>
              </a:gs>
              <a:gs pos="100000">
                <a:schemeClr val="bg2">
                  <a:lumMod val="95000"/>
                  <a:lumOff val="5000"/>
                </a:schemeClr>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cxnSp>
        <p:nvCxnSpPr>
          <p:cNvPr id="25" name="Straight Connector 24">
            <a:extLst>
              <a:ext uri="{FF2B5EF4-FFF2-40B4-BE49-F238E27FC236}">
                <a16:creationId xmlns:a16="http://schemas.microsoft.com/office/drawing/2014/main" id="{CA188135-D6F0-4A77-85B9-2E45772B34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21269"/>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pic>
        <p:nvPicPr>
          <p:cNvPr id="26" name="Picture 25">
            <a:extLst>
              <a:ext uri="{FF2B5EF4-FFF2-40B4-BE49-F238E27FC236}">
                <a16:creationId xmlns:a16="http://schemas.microsoft.com/office/drawing/2014/main" id="{8FB62CA7-7168-452A-8E46-BFE14ECFBF8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duotone>
              <a:schemeClr val="accent1">
                <a:shade val="45000"/>
                <a:satMod val="135000"/>
              </a:schemeClr>
              <a:prstClr val="white"/>
            </a:duotone>
            <a:extLst>
              <a:ext uri="{28A0092B-C50C-407E-A947-70E740481C1C}">
                <a14:useLocalDpi xmlns:a14="http://schemas.microsoft.com/office/drawing/2010/main" val="0"/>
              </a:ext>
            </a:extLst>
          </a:blip>
          <a:srcRect l="-115" r="15828" b="36435"/>
          <a:stretch/>
        </p:blipFill>
        <p:spPr>
          <a:xfrm>
            <a:off x="1125460" y="643464"/>
            <a:ext cx="9610344" cy="155448"/>
          </a:xfrm>
          <a:prstGeom prst="rect">
            <a:avLst/>
          </a:prstGeom>
          <a:noFill/>
          <a:ln>
            <a:noFill/>
          </a:ln>
        </p:spPr>
      </p:pic>
      <p:sp useBgFill="1">
        <p:nvSpPr>
          <p:cNvPr id="27" name="Rectangle 26">
            <a:extLst>
              <a:ext uri="{FF2B5EF4-FFF2-40B4-BE49-F238E27FC236}">
                <a16:creationId xmlns:a16="http://schemas.microsoft.com/office/drawing/2014/main" id="{EF2B985F-E839-44D5-9DD8-BC9DEE3438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p:cNvSpPr/>
          <p:nvPr/>
        </p:nvSpPr>
        <p:spPr>
          <a:xfrm>
            <a:off x="1130270" y="953324"/>
            <a:ext cx="9603275" cy="1049235"/>
          </a:xfrm>
          <a:prstGeom prst="rect">
            <a:avLst/>
          </a:prstGeom>
        </p:spPr>
        <p:style>
          <a:lnRef idx="1">
            <a:schemeClr val="accent1"/>
          </a:lnRef>
          <a:fillRef idx="3">
            <a:schemeClr val="accent1"/>
          </a:fillRef>
          <a:effectRef idx="2">
            <a:schemeClr val="accent1"/>
          </a:effectRef>
          <a:fontRef idx="minor">
            <a:schemeClr val="lt1"/>
          </a:fontRef>
        </p:style>
        <p:txBody>
          <a:bodyPr vert="horz" lIns="91440" tIns="45720" rIns="91440" bIns="45720" rtlCol="0" anchor="t">
            <a:normAutofit/>
          </a:bodyPr>
          <a:lstStyle/>
          <a:p>
            <a:pPr defTabSz="914400">
              <a:lnSpc>
                <a:spcPct val="90000"/>
              </a:lnSpc>
              <a:spcBef>
                <a:spcPct val="0"/>
              </a:spcBef>
              <a:spcAft>
                <a:spcPts val="600"/>
              </a:spcAft>
              <a:defRPr sz="4000" b="1">
                <a:solidFill>
                  <a:srgbClr val="FFFFFF"/>
                </a:solidFill>
              </a:defRPr>
            </a:pPr>
            <a:r>
              <a:rPr lang="en-US" sz="3200">
                <a:solidFill>
                  <a:schemeClr val="tx1"/>
                </a:solidFill>
                <a:latin typeface="+mj-lt"/>
                <a:ea typeface="+mj-ea"/>
                <a:cs typeface="+mj-cs"/>
              </a:rPr>
              <a:t>Smart Contract Design</a:t>
            </a:r>
          </a:p>
        </p:txBody>
      </p:sp>
      <p:cxnSp>
        <p:nvCxnSpPr>
          <p:cNvPr id="28" name="Straight Connector 27">
            <a:extLst>
              <a:ext uri="{FF2B5EF4-FFF2-40B4-BE49-F238E27FC236}">
                <a16:creationId xmlns:a16="http://schemas.microsoft.com/office/drawing/2014/main" id="{52D73AC3-7DF7-43FB-9D67-3CE387E9406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30874" y="1996645"/>
            <a:ext cx="9603274"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29" name="Rectangle 28">
            <a:extLst>
              <a:ext uri="{FF2B5EF4-FFF2-40B4-BE49-F238E27FC236}">
                <a16:creationId xmlns:a16="http://schemas.microsoft.com/office/drawing/2014/main" id="{B965CCFE-3123-4C5E-BA80-B081F41E66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019476"/>
            <a:ext cx="12192000" cy="4838524"/>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a:p>
        </p:txBody>
      </p:sp>
      <p:graphicFrame>
        <p:nvGraphicFramePr>
          <p:cNvPr id="30" name="TextBox 2">
            <a:extLst>
              <a:ext uri="{FF2B5EF4-FFF2-40B4-BE49-F238E27FC236}">
                <a16:creationId xmlns:a16="http://schemas.microsoft.com/office/drawing/2014/main" id="{7F40B9A7-2E04-AF24-C573-B9E0F83970CB}"/>
              </a:ext>
            </a:extLst>
          </p:cNvPr>
          <p:cNvGraphicFramePr/>
          <p:nvPr>
            <p:extLst>
              <p:ext uri="{D42A27DB-BD31-4B8C-83A1-F6EECF244321}">
                <p14:modId xmlns:p14="http://schemas.microsoft.com/office/powerpoint/2010/main" val="3419977474"/>
              </p:ext>
            </p:extLst>
          </p:nvPr>
        </p:nvGraphicFramePr>
        <p:xfrm>
          <a:off x="1130270" y="2502076"/>
          <a:ext cx="9604375" cy="3695540"/>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4000"/>
                <a:satMod val="80000"/>
                <a:lumMod val="106000"/>
              </a:schemeClr>
            </a:gs>
            <a:gs pos="100000">
              <a:schemeClr val="bg1">
                <a:shade val="80000"/>
                <a:lumMod val="108000"/>
              </a:schemeClr>
            </a:gs>
          </a:gsLst>
          <a:path path="circle">
            <a:fillToRect l="43000" r="43000" b="100000"/>
          </a:path>
        </a:gradFill>
        <a:effectLst/>
      </p:bgPr>
    </p:bg>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B13EE355-0D4C-4D91-8AE1-2876567D12C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a:xfrm>
            <a:off x="0" y="6119336"/>
            <a:ext cx="12192000" cy="742950"/>
          </a:xfrm>
          <a:prstGeom prst="rect">
            <a:avLst/>
          </a:prstGeom>
        </p:spPr>
      </p:pic>
      <p:sp>
        <p:nvSpPr>
          <p:cNvPr id="24" name="Rectangle 23">
            <a:extLst>
              <a:ext uri="{FF2B5EF4-FFF2-40B4-BE49-F238E27FC236}">
                <a16:creationId xmlns:a16="http://schemas.microsoft.com/office/drawing/2014/main" id="{A01B9BFB-0E23-404F-936C-2681B3883A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68769"/>
            <a:ext cx="12192000" cy="5647024"/>
          </a:xfrm>
          <a:prstGeom prst="rect">
            <a:avLst/>
          </a:prstGeom>
          <a:gradFill flip="none" rotWithShape="1">
            <a:gsLst>
              <a:gs pos="0">
                <a:schemeClr val="bg2">
                  <a:alpha val="0"/>
                  <a:lumMod val="100000"/>
                </a:schemeClr>
              </a:gs>
              <a:gs pos="100000">
                <a:schemeClr val="bg2">
                  <a:lumMod val="95000"/>
                  <a:lumOff val="5000"/>
                </a:schemeClr>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cxnSp>
        <p:nvCxnSpPr>
          <p:cNvPr id="25" name="Straight Connector 24">
            <a:extLst>
              <a:ext uri="{FF2B5EF4-FFF2-40B4-BE49-F238E27FC236}">
                <a16:creationId xmlns:a16="http://schemas.microsoft.com/office/drawing/2014/main" id="{CA188135-D6F0-4A77-85B9-2E45772B34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21269"/>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pic>
        <p:nvPicPr>
          <p:cNvPr id="26" name="Picture 25">
            <a:extLst>
              <a:ext uri="{FF2B5EF4-FFF2-40B4-BE49-F238E27FC236}">
                <a16:creationId xmlns:a16="http://schemas.microsoft.com/office/drawing/2014/main" id="{8FB62CA7-7168-452A-8E46-BFE14ECFBF8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duotone>
              <a:schemeClr val="accent1">
                <a:shade val="45000"/>
                <a:satMod val="135000"/>
              </a:schemeClr>
              <a:prstClr val="white"/>
            </a:duotone>
            <a:extLst>
              <a:ext uri="{28A0092B-C50C-407E-A947-70E740481C1C}">
                <a14:useLocalDpi xmlns:a14="http://schemas.microsoft.com/office/drawing/2010/main" val="0"/>
              </a:ext>
            </a:extLst>
          </a:blip>
          <a:srcRect l="-115" r="15828" b="36435"/>
          <a:stretch/>
        </p:blipFill>
        <p:spPr>
          <a:xfrm>
            <a:off x="1125460" y="643464"/>
            <a:ext cx="9610344" cy="155448"/>
          </a:xfrm>
          <a:prstGeom prst="rect">
            <a:avLst/>
          </a:prstGeom>
          <a:noFill/>
          <a:ln>
            <a:noFill/>
          </a:ln>
        </p:spPr>
      </p:pic>
      <p:sp>
        <p:nvSpPr>
          <p:cNvPr id="2" name="Rectangle 1"/>
          <p:cNvSpPr/>
          <p:nvPr/>
        </p:nvSpPr>
        <p:spPr>
          <a:xfrm>
            <a:off x="1130270" y="953324"/>
            <a:ext cx="9603275" cy="1049235"/>
          </a:xfrm>
          <a:prstGeom prst="rect">
            <a:avLst/>
          </a:prstGeom>
        </p:spPr>
        <p:style>
          <a:lnRef idx="1">
            <a:schemeClr val="accent1"/>
          </a:lnRef>
          <a:fillRef idx="3">
            <a:schemeClr val="accent1"/>
          </a:fillRef>
          <a:effectRef idx="2">
            <a:schemeClr val="accent1"/>
          </a:effectRef>
          <a:fontRef idx="minor">
            <a:schemeClr val="lt1"/>
          </a:fontRef>
        </p:style>
        <p:txBody>
          <a:bodyPr vert="horz" lIns="91440" tIns="45720" rIns="91440" bIns="45720" rtlCol="0" anchor="t">
            <a:normAutofit/>
          </a:bodyPr>
          <a:lstStyle/>
          <a:p>
            <a:pPr defTabSz="914400">
              <a:lnSpc>
                <a:spcPct val="90000"/>
              </a:lnSpc>
              <a:spcBef>
                <a:spcPct val="0"/>
              </a:spcBef>
              <a:spcAft>
                <a:spcPts val="600"/>
              </a:spcAft>
              <a:defRPr sz="4000" b="1">
                <a:solidFill>
                  <a:srgbClr val="FFFFFF"/>
                </a:solidFill>
              </a:defRPr>
            </a:pPr>
            <a:r>
              <a:rPr lang="en-US" sz="3200">
                <a:solidFill>
                  <a:schemeClr val="tx1"/>
                </a:solidFill>
                <a:latin typeface="+mj-lt"/>
                <a:ea typeface="+mj-ea"/>
                <a:cs typeface="+mj-cs"/>
              </a:rPr>
              <a:t>User Journey</a:t>
            </a:r>
          </a:p>
        </p:txBody>
      </p:sp>
      <p:graphicFrame>
        <p:nvGraphicFramePr>
          <p:cNvPr id="27" name="TextBox 2">
            <a:extLst>
              <a:ext uri="{FF2B5EF4-FFF2-40B4-BE49-F238E27FC236}">
                <a16:creationId xmlns:a16="http://schemas.microsoft.com/office/drawing/2014/main" id="{A2D12208-2359-41CF-A0ED-97925507D2F2}"/>
              </a:ext>
            </a:extLst>
          </p:cNvPr>
          <p:cNvGraphicFramePr/>
          <p:nvPr>
            <p:extLst>
              <p:ext uri="{D42A27DB-BD31-4B8C-83A1-F6EECF244321}">
                <p14:modId xmlns:p14="http://schemas.microsoft.com/office/powerpoint/2010/main" val="647223511"/>
              </p:ext>
            </p:extLst>
          </p:nvPr>
        </p:nvGraphicFramePr>
        <p:xfrm>
          <a:off x="1130300" y="2502076"/>
          <a:ext cx="9602788" cy="2963687"/>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4000"/>
                <a:satMod val="80000"/>
                <a:lumMod val="106000"/>
              </a:schemeClr>
            </a:gs>
            <a:gs pos="100000">
              <a:schemeClr val="bg1">
                <a:shade val="80000"/>
                <a:lumMod val="108000"/>
              </a:schemeClr>
            </a:gs>
          </a:gsLst>
          <a:path path="circle">
            <a:fillToRect l="43000" r="43000" b="100000"/>
          </a:path>
        </a:gra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B13EE355-0D4C-4D91-8AE1-2876567D12C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a:xfrm>
            <a:off x="0" y="6119336"/>
            <a:ext cx="12192000" cy="742950"/>
          </a:xfrm>
          <a:prstGeom prst="rect">
            <a:avLst/>
          </a:prstGeom>
        </p:spPr>
      </p:pic>
      <p:sp>
        <p:nvSpPr>
          <p:cNvPr id="11" name="Rectangle 10">
            <a:extLst>
              <a:ext uri="{FF2B5EF4-FFF2-40B4-BE49-F238E27FC236}">
                <a16:creationId xmlns:a16="http://schemas.microsoft.com/office/drawing/2014/main" id="{A01B9BFB-0E23-404F-936C-2681B3883A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68769"/>
            <a:ext cx="12192000" cy="5647024"/>
          </a:xfrm>
          <a:prstGeom prst="rect">
            <a:avLst/>
          </a:prstGeom>
          <a:gradFill flip="none" rotWithShape="1">
            <a:gsLst>
              <a:gs pos="0">
                <a:schemeClr val="bg2">
                  <a:alpha val="0"/>
                  <a:lumMod val="100000"/>
                </a:schemeClr>
              </a:gs>
              <a:gs pos="100000">
                <a:schemeClr val="bg2">
                  <a:lumMod val="95000"/>
                  <a:lumOff val="5000"/>
                </a:schemeClr>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cxnSp>
        <p:nvCxnSpPr>
          <p:cNvPr id="13" name="Straight Connector 12">
            <a:extLst>
              <a:ext uri="{FF2B5EF4-FFF2-40B4-BE49-F238E27FC236}">
                <a16:creationId xmlns:a16="http://schemas.microsoft.com/office/drawing/2014/main" id="{CA188135-D6F0-4A77-85B9-2E45772B34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21269"/>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pic>
        <p:nvPicPr>
          <p:cNvPr id="15" name="Picture 14">
            <a:extLst>
              <a:ext uri="{FF2B5EF4-FFF2-40B4-BE49-F238E27FC236}">
                <a16:creationId xmlns:a16="http://schemas.microsoft.com/office/drawing/2014/main" id="{8FB62CA7-7168-452A-8E46-BFE14ECFBF8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duotone>
              <a:schemeClr val="accent1">
                <a:shade val="45000"/>
                <a:satMod val="135000"/>
              </a:schemeClr>
              <a:prstClr val="white"/>
            </a:duotone>
            <a:extLst>
              <a:ext uri="{28A0092B-C50C-407E-A947-70E740481C1C}">
                <a14:useLocalDpi xmlns:a14="http://schemas.microsoft.com/office/drawing/2010/main" val="0"/>
              </a:ext>
            </a:extLst>
          </a:blip>
          <a:srcRect l="-115" r="15828" b="36435"/>
          <a:stretch/>
        </p:blipFill>
        <p:spPr>
          <a:xfrm>
            <a:off x="1125460" y="643464"/>
            <a:ext cx="9610344" cy="155448"/>
          </a:xfrm>
          <a:prstGeom prst="rect">
            <a:avLst/>
          </a:prstGeom>
          <a:noFill/>
          <a:ln>
            <a:noFill/>
          </a:ln>
        </p:spPr>
      </p:pic>
      <p:sp>
        <p:nvSpPr>
          <p:cNvPr id="2" name="Rectangle 1"/>
          <p:cNvSpPr/>
          <p:nvPr/>
        </p:nvSpPr>
        <p:spPr>
          <a:xfrm>
            <a:off x="1130270" y="953324"/>
            <a:ext cx="9603275" cy="1049235"/>
          </a:xfrm>
          <a:prstGeom prst="rect">
            <a:avLst/>
          </a:prstGeom>
        </p:spPr>
        <p:style>
          <a:lnRef idx="1">
            <a:schemeClr val="accent1"/>
          </a:lnRef>
          <a:fillRef idx="3">
            <a:schemeClr val="accent1"/>
          </a:fillRef>
          <a:effectRef idx="2">
            <a:schemeClr val="accent1"/>
          </a:effectRef>
          <a:fontRef idx="minor">
            <a:schemeClr val="lt1"/>
          </a:fontRef>
        </p:style>
        <p:txBody>
          <a:bodyPr vert="horz" lIns="91440" tIns="45720" rIns="91440" bIns="45720" rtlCol="0" anchor="t">
            <a:normAutofit/>
          </a:bodyPr>
          <a:lstStyle/>
          <a:p>
            <a:pPr defTabSz="914400">
              <a:lnSpc>
                <a:spcPct val="90000"/>
              </a:lnSpc>
              <a:spcBef>
                <a:spcPct val="0"/>
              </a:spcBef>
              <a:spcAft>
                <a:spcPts val="600"/>
              </a:spcAft>
              <a:defRPr sz="4000" b="1">
                <a:solidFill>
                  <a:srgbClr val="FFFFFF"/>
                </a:solidFill>
              </a:defRPr>
            </a:pPr>
            <a:r>
              <a:rPr lang="en-US" sz="3200">
                <a:solidFill>
                  <a:schemeClr val="tx1"/>
                </a:solidFill>
                <a:latin typeface="+mj-lt"/>
                <a:ea typeface="+mj-ea"/>
                <a:cs typeface="+mj-cs"/>
              </a:rPr>
              <a:t>Development &amp; Testing</a:t>
            </a:r>
          </a:p>
        </p:txBody>
      </p:sp>
      <p:graphicFrame>
        <p:nvGraphicFramePr>
          <p:cNvPr id="5" name="TextBox 2">
            <a:extLst>
              <a:ext uri="{FF2B5EF4-FFF2-40B4-BE49-F238E27FC236}">
                <a16:creationId xmlns:a16="http://schemas.microsoft.com/office/drawing/2014/main" id="{2E104082-C508-ADE2-4B57-7783E28DE6EB}"/>
              </a:ext>
            </a:extLst>
          </p:cNvPr>
          <p:cNvGraphicFramePr/>
          <p:nvPr>
            <p:extLst>
              <p:ext uri="{D42A27DB-BD31-4B8C-83A1-F6EECF244321}">
                <p14:modId xmlns:p14="http://schemas.microsoft.com/office/powerpoint/2010/main" val="3066306119"/>
              </p:ext>
            </p:extLst>
          </p:nvPr>
        </p:nvGraphicFramePr>
        <p:xfrm>
          <a:off x="1130300" y="2502076"/>
          <a:ext cx="9602788" cy="2963687"/>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4000"/>
                <a:satMod val="80000"/>
                <a:lumMod val="106000"/>
              </a:schemeClr>
            </a:gs>
            <a:gs pos="100000">
              <a:schemeClr val="bg1">
                <a:shade val="80000"/>
                <a:lumMod val="108000"/>
              </a:schemeClr>
            </a:gs>
          </a:gsLst>
          <a:path path="circle">
            <a:fillToRect l="43000" r="43000" b="100000"/>
          </a:path>
        </a:gradFill>
        <a:effectLst/>
      </p:bgPr>
    </p:bg>
    <p:spTree>
      <p:nvGrpSpPr>
        <p:cNvPr id="1" name="">
          <a:extLst>
            <a:ext uri="{FF2B5EF4-FFF2-40B4-BE49-F238E27FC236}">
              <a16:creationId xmlns:a16="http://schemas.microsoft.com/office/drawing/2014/main" id="{4311FED3-2435-A4CD-9738-557E6E5240E8}"/>
            </a:ext>
          </a:extLst>
        </p:cNvPr>
        <p:cNvGrpSpPr/>
        <p:nvPr/>
      </p:nvGrpSpPr>
      <p:grpSpPr>
        <a:xfrm>
          <a:off x="0" y="0"/>
          <a:ext cx="0" cy="0"/>
          <a:chOff x="0" y="0"/>
          <a:chExt cx="0" cy="0"/>
        </a:xfrm>
      </p:grpSpPr>
      <p:pic>
        <p:nvPicPr>
          <p:cNvPr id="1031" name="Picture 1030">
            <a:extLst>
              <a:ext uri="{FF2B5EF4-FFF2-40B4-BE49-F238E27FC236}">
                <a16:creationId xmlns:a16="http://schemas.microsoft.com/office/drawing/2014/main" id="{907B27AF-AFED-4FF4-8065-09E2ECD4315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a:xfrm>
            <a:off x="0" y="6119336"/>
            <a:ext cx="12192000" cy="742950"/>
          </a:xfrm>
          <a:prstGeom prst="rect">
            <a:avLst/>
          </a:prstGeom>
        </p:spPr>
      </p:pic>
      <p:sp>
        <p:nvSpPr>
          <p:cNvPr id="1033" name="Rectangle 1032">
            <a:extLst>
              <a:ext uri="{FF2B5EF4-FFF2-40B4-BE49-F238E27FC236}">
                <a16:creationId xmlns:a16="http://schemas.microsoft.com/office/drawing/2014/main" id="{45B2D936-4E08-4928-90A3-EB1B6784A5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68769"/>
            <a:ext cx="12192000" cy="5647024"/>
          </a:xfrm>
          <a:prstGeom prst="rect">
            <a:avLst/>
          </a:prstGeom>
          <a:gradFill flip="none" rotWithShape="1">
            <a:gsLst>
              <a:gs pos="0">
                <a:schemeClr val="bg2">
                  <a:alpha val="0"/>
                  <a:lumMod val="100000"/>
                </a:schemeClr>
              </a:gs>
              <a:gs pos="100000">
                <a:schemeClr val="bg2">
                  <a:lumMod val="95000"/>
                  <a:lumOff val="5000"/>
                </a:schemeClr>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cxnSp>
        <p:nvCxnSpPr>
          <p:cNvPr id="1035" name="Straight Connector 1034">
            <a:extLst>
              <a:ext uri="{FF2B5EF4-FFF2-40B4-BE49-F238E27FC236}">
                <a16:creationId xmlns:a16="http://schemas.microsoft.com/office/drawing/2014/main" id="{9E1CD25F-9744-41BE-A5C7-B2A5C98507E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21269"/>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pic>
        <p:nvPicPr>
          <p:cNvPr id="1037" name="Picture 1036">
            <a:extLst>
              <a:ext uri="{FF2B5EF4-FFF2-40B4-BE49-F238E27FC236}">
                <a16:creationId xmlns:a16="http://schemas.microsoft.com/office/drawing/2014/main" id="{AAFAFBB4-6847-45A2-97CE-8853D99697A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duotone>
              <a:schemeClr val="accent1">
                <a:shade val="45000"/>
                <a:satMod val="135000"/>
              </a:schemeClr>
              <a:prstClr val="white"/>
            </a:duotone>
            <a:extLst>
              <a:ext uri="{28A0092B-C50C-407E-A947-70E740481C1C}">
                <a14:useLocalDpi xmlns:a14="http://schemas.microsoft.com/office/drawing/2010/main" val="0"/>
              </a:ext>
            </a:extLst>
          </a:blip>
          <a:srcRect l="-115" r="15828" b="36435"/>
          <a:stretch/>
        </p:blipFill>
        <p:spPr>
          <a:xfrm>
            <a:off x="1125460" y="643464"/>
            <a:ext cx="9610344" cy="155448"/>
          </a:xfrm>
          <a:prstGeom prst="rect">
            <a:avLst/>
          </a:prstGeom>
          <a:noFill/>
          <a:ln>
            <a:noFill/>
          </a:ln>
        </p:spPr>
      </p:pic>
      <p:sp>
        <p:nvSpPr>
          <p:cNvPr id="2" name="Rectangle 1">
            <a:extLst>
              <a:ext uri="{FF2B5EF4-FFF2-40B4-BE49-F238E27FC236}">
                <a16:creationId xmlns:a16="http://schemas.microsoft.com/office/drawing/2014/main" id="{038A27F5-1CF4-B739-2C65-80CBC3DA446B}"/>
              </a:ext>
            </a:extLst>
          </p:cNvPr>
          <p:cNvSpPr/>
          <p:nvPr/>
        </p:nvSpPr>
        <p:spPr>
          <a:xfrm>
            <a:off x="1130270" y="953324"/>
            <a:ext cx="9603275" cy="1049235"/>
          </a:xfrm>
          <a:prstGeom prst="rect">
            <a:avLst/>
          </a:prstGeom>
        </p:spPr>
        <p:style>
          <a:lnRef idx="1">
            <a:schemeClr val="accent1"/>
          </a:lnRef>
          <a:fillRef idx="3">
            <a:schemeClr val="accent1"/>
          </a:fillRef>
          <a:effectRef idx="2">
            <a:schemeClr val="accent1"/>
          </a:effectRef>
          <a:fontRef idx="minor">
            <a:schemeClr val="lt1"/>
          </a:fontRef>
        </p:style>
        <p:txBody>
          <a:bodyPr vert="horz" lIns="91440" tIns="45720" rIns="91440" bIns="45720" rtlCol="0" anchor="t">
            <a:normAutofit/>
          </a:bodyPr>
          <a:lstStyle/>
          <a:p>
            <a:pPr defTabSz="914400">
              <a:lnSpc>
                <a:spcPct val="90000"/>
              </a:lnSpc>
              <a:spcBef>
                <a:spcPct val="0"/>
              </a:spcBef>
              <a:spcAft>
                <a:spcPts val="600"/>
              </a:spcAft>
              <a:defRPr sz="4000" b="1">
                <a:solidFill>
                  <a:srgbClr val="FFFFFF"/>
                </a:solidFill>
              </a:defRPr>
            </a:pPr>
            <a:r>
              <a:rPr lang="en-US" sz="3200" dirty="0">
                <a:solidFill>
                  <a:schemeClr val="tx1"/>
                </a:solidFill>
                <a:latin typeface="+mj-lt"/>
                <a:ea typeface="+mj-ea"/>
                <a:cs typeface="+mj-cs"/>
              </a:rPr>
              <a:t>Screenshots: Homepage</a:t>
            </a:r>
          </a:p>
        </p:txBody>
      </p:sp>
      <p:pic>
        <p:nvPicPr>
          <p:cNvPr id="1026" name="Picture 2" descr="Charity Marketplace">
            <a:extLst>
              <a:ext uri="{FF2B5EF4-FFF2-40B4-BE49-F238E27FC236}">
                <a16:creationId xmlns:a16="http://schemas.microsoft.com/office/drawing/2014/main" id="{89834817-EF5F-2482-9CFA-6A08FAA6D9DB}"/>
              </a:ext>
            </a:extLst>
          </p:cNvPr>
          <p:cNvPicPr>
            <a:picLocks noChangeAspect="1" noChangeArrowheads="1"/>
          </p:cNvPicPr>
          <p:nvPr/>
        </p:nvPicPr>
        <p:blipFill>
          <a:blip r:embed="rId5">
            <a:extLst>
              <a:ext uri="{28A0092B-C50C-407E-A947-70E740481C1C}">
                <a14:useLocalDpi xmlns:a14="http://schemas.microsoft.com/office/drawing/2010/main" val="0"/>
              </a:ext>
            </a:extLst>
          </a:blip>
          <a:stretch>
            <a:fillRect/>
          </a:stretch>
        </p:blipFill>
        <p:spPr bwMode="auto">
          <a:xfrm>
            <a:off x="2591132" y="2290930"/>
            <a:ext cx="7009736" cy="32945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38835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4000"/>
                <a:satMod val="80000"/>
                <a:lumMod val="106000"/>
              </a:schemeClr>
            </a:gs>
            <a:gs pos="100000">
              <a:schemeClr val="bg1">
                <a:shade val="80000"/>
                <a:lumMod val="108000"/>
              </a:schemeClr>
            </a:gs>
          </a:gsLst>
          <a:path path="circle">
            <a:fillToRect l="43000" r="43000" b="100000"/>
          </a:path>
        </a:gradFill>
        <a:effectLst/>
      </p:bgPr>
    </p:bg>
    <p:spTree>
      <p:nvGrpSpPr>
        <p:cNvPr id="1" name="">
          <a:extLst>
            <a:ext uri="{FF2B5EF4-FFF2-40B4-BE49-F238E27FC236}">
              <a16:creationId xmlns:a16="http://schemas.microsoft.com/office/drawing/2014/main" id="{E9C3E505-8352-7F38-BE99-D8B31E8B5E61}"/>
            </a:ext>
          </a:extLst>
        </p:cNvPr>
        <p:cNvGrpSpPr/>
        <p:nvPr/>
      </p:nvGrpSpPr>
      <p:grpSpPr>
        <a:xfrm>
          <a:off x="0" y="0"/>
          <a:ext cx="0" cy="0"/>
          <a:chOff x="0" y="0"/>
          <a:chExt cx="0" cy="0"/>
        </a:xfrm>
      </p:grpSpPr>
      <p:pic>
        <p:nvPicPr>
          <p:cNvPr id="2055" name="Picture 2054">
            <a:extLst>
              <a:ext uri="{FF2B5EF4-FFF2-40B4-BE49-F238E27FC236}">
                <a16:creationId xmlns:a16="http://schemas.microsoft.com/office/drawing/2014/main" id="{907B27AF-AFED-4FF4-8065-09E2ECD4315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a:xfrm>
            <a:off x="0" y="6119336"/>
            <a:ext cx="12192000" cy="742950"/>
          </a:xfrm>
          <a:prstGeom prst="rect">
            <a:avLst/>
          </a:prstGeom>
        </p:spPr>
      </p:pic>
      <p:sp>
        <p:nvSpPr>
          <p:cNvPr id="2057" name="Rectangle 2056">
            <a:extLst>
              <a:ext uri="{FF2B5EF4-FFF2-40B4-BE49-F238E27FC236}">
                <a16:creationId xmlns:a16="http://schemas.microsoft.com/office/drawing/2014/main" id="{45B2D936-4E08-4928-90A3-EB1B6784A5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68769"/>
            <a:ext cx="12192000" cy="5647024"/>
          </a:xfrm>
          <a:prstGeom prst="rect">
            <a:avLst/>
          </a:prstGeom>
          <a:gradFill flip="none" rotWithShape="1">
            <a:gsLst>
              <a:gs pos="0">
                <a:schemeClr val="bg2">
                  <a:alpha val="0"/>
                  <a:lumMod val="100000"/>
                </a:schemeClr>
              </a:gs>
              <a:gs pos="100000">
                <a:schemeClr val="bg2">
                  <a:lumMod val="95000"/>
                  <a:lumOff val="5000"/>
                </a:schemeClr>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cxnSp>
        <p:nvCxnSpPr>
          <p:cNvPr id="2059" name="Straight Connector 2058">
            <a:extLst>
              <a:ext uri="{FF2B5EF4-FFF2-40B4-BE49-F238E27FC236}">
                <a16:creationId xmlns:a16="http://schemas.microsoft.com/office/drawing/2014/main" id="{9E1CD25F-9744-41BE-A5C7-B2A5C98507E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21269"/>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pic>
        <p:nvPicPr>
          <p:cNvPr id="2061" name="Picture 2060">
            <a:extLst>
              <a:ext uri="{FF2B5EF4-FFF2-40B4-BE49-F238E27FC236}">
                <a16:creationId xmlns:a16="http://schemas.microsoft.com/office/drawing/2014/main" id="{AAFAFBB4-6847-45A2-97CE-8853D99697A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duotone>
              <a:schemeClr val="accent1">
                <a:shade val="45000"/>
                <a:satMod val="135000"/>
              </a:schemeClr>
              <a:prstClr val="white"/>
            </a:duotone>
            <a:extLst>
              <a:ext uri="{28A0092B-C50C-407E-A947-70E740481C1C}">
                <a14:useLocalDpi xmlns:a14="http://schemas.microsoft.com/office/drawing/2010/main" val="0"/>
              </a:ext>
            </a:extLst>
          </a:blip>
          <a:srcRect l="-115" r="15828" b="36435"/>
          <a:stretch/>
        </p:blipFill>
        <p:spPr>
          <a:xfrm>
            <a:off x="1125460" y="643464"/>
            <a:ext cx="9610344" cy="155448"/>
          </a:xfrm>
          <a:prstGeom prst="rect">
            <a:avLst/>
          </a:prstGeom>
          <a:noFill/>
          <a:ln>
            <a:noFill/>
          </a:ln>
        </p:spPr>
      </p:pic>
      <p:sp>
        <p:nvSpPr>
          <p:cNvPr id="2" name="Rectangle 1">
            <a:extLst>
              <a:ext uri="{FF2B5EF4-FFF2-40B4-BE49-F238E27FC236}">
                <a16:creationId xmlns:a16="http://schemas.microsoft.com/office/drawing/2014/main" id="{8DF54B62-5394-A9F9-B049-F73BE2094EB6}"/>
              </a:ext>
            </a:extLst>
          </p:cNvPr>
          <p:cNvSpPr/>
          <p:nvPr/>
        </p:nvSpPr>
        <p:spPr>
          <a:xfrm>
            <a:off x="1130270" y="953324"/>
            <a:ext cx="9603275" cy="1049235"/>
          </a:xfrm>
          <a:prstGeom prst="rect">
            <a:avLst/>
          </a:prstGeom>
        </p:spPr>
        <p:style>
          <a:lnRef idx="1">
            <a:schemeClr val="accent1"/>
          </a:lnRef>
          <a:fillRef idx="3">
            <a:schemeClr val="accent1"/>
          </a:fillRef>
          <a:effectRef idx="2">
            <a:schemeClr val="accent1"/>
          </a:effectRef>
          <a:fontRef idx="minor">
            <a:schemeClr val="lt1"/>
          </a:fontRef>
        </p:style>
        <p:txBody>
          <a:bodyPr vert="horz" lIns="91440" tIns="45720" rIns="91440" bIns="45720" rtlCol="0" anchor="t">
            <a:normAutofit/>
          </a:bodyPr>
          <a:lstStyle/>
          <a:p>
            <a:pPr defTabSz="914400">
              <a:lnSpc>
                <a:spcPct val="90000"/>
              </a:lnSpc>
              <a:spcBef>
                <a:spcPct val="0"/>
              </a:spcBef>
              <a:spcAft>
                <a:spcPts val="600"/>
              </a:spcAft>
              <a:defRPr sz="4000" b="1">
                <a:solidFill>
                  <a:srgbClr val="FFFFFF"/>
                </a:solidFill>
              </a:defRPr>
            </a:pPr>
            <a:r>
              <a:rPr lang="en-US" sz="3200" dirty="0">
                <a:solidFill>
                  <a:schemeClr val="tx1"/>
                </a:solidFill>
                <a:latin typeface="+mj-lt"/>
                <a:ea typeface="+mj-ea"/>
                <a:cs typeface="+mj-cs"/>
              </a:rPr>
              <a:t>Screenshots: </a:t>
            </a:r>
            <a:r>
              <a:rPr lang="en-US" sz="3200">
                <a:solidFill>
                  <a:schemeClr val="tx1"/>
                </a:solidFill>
                <a:latin typeface="+mj-lt"/>
                <a:ea typeface="+mj-ea"/>
                <a:cs typeface="+mj-cs"/>
              </a:rPr>
              <a:t>Charity Donation Page</a:t>
            </a:r>
            <a:endParaRPr lang="en-US" sz="3200" dirty="0">
              <a:solidFill>
                <a:schemeClr val="tx1"/>
              </a:solidFill>
              <a:latin typeface="+mj-lt"/>
              <a:ea typeface="+mj-ea"/>
              <a:cs typeface="+mj-cs"/>
            </a:endParaRPr>
          </a:p>
        </p:txBody>
      </p:sp>
      <p:pic>
        <p:nvPicPr>
          <p:cNvPr id="2050" name="Picture 2" descr="Charity Marketplace">
            <a:extLst>
              <a:ext uri="{FF2B5EF4-FFF2-40B4-BE49-F238E27FC236}">
                <a16:creationId xmlns:a16="http://schemas.microsoft.com/office/drawing/2014/main" id="{B5DD861D-FD2F-76BF-600E-9B1FF2C1FD96}"/>
              </a:ext>
            </a:extLst>
          </p:cNvPr>
          <p:cNvPicPr>
            <a:picLocks noChangeAspect="1" noChangeArrowheads="1"/>
          </p:cNvPicPr>
          <p:nvPr/>
        </p:nvPicPr>
        <p:blipFill>
          <a:blip r:embed="rId5">
            <a:extLst>
              <a:ext uri="{28A0092B-C50C-407E-A947-70E740481C1C}">
                <a14:useLocalDpi xmlns:a14="http://schemas.microsoft.com/office/drawing/2010/main" val="0"/>
              </a:ext>
            </a:extLst>
          </a:blip>
          <a:stretch>
            <a:fillRect/>
          </a:stretch>
        </p:blipFill>
        <p:spPr bwMode="auto">
          <a:xfrm>
            <a:off x="3193290" y="2171769"/>
            <a:ext cx="5805419" cy="32945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123153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4000"/>
                <a:satMod val="80000"/>
                <a:lumMod val="106000"/>
              </a:schemeClr>
            </a:gs>
            <a:gs pos="100000">
              <a:schemeClr val="bg1">
                <a:shade val="80000"/>
                <a:lumMod val="108000"/>
              </a:schemeClr>
            </a:gs>
          </a:gsLst>
          <a:path path="circle">
            <a:fillToRect l="43000" r="43000" b="100000"/>
          </a:path>
        </a:gra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B13EE355-0D4C-4D91-8AE1-2876567D12C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a:xfrm>
            <a:off x="0" y="6119336"/>
            <a:ext cx="12192000" cy="742950"/>
          </a:xfrm>
          <a:prstGeom prst="rect">
            <a:avLst/>
          </a:prstGeom>
        </p:spPr>
      </p:pic>
      <p:sp>
        <p:nvSpPr>
          <p:cNvPr id="11" name="Rectangle 10">
            <a:extLst>
              <a:ext uri="{FF2B5EF4-FFF2-40B4-BE49-F238E27FC236}">
                <a16:creationId xmlns:a16="http://schemas.microsoft.com/office/drawing/2014/main" id="{A01B9BFB-0E23-404F-936C-2681B3883A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68769"/>
            <a:ext cx="12192000" cy="5647024"/>
          </a:xfrm>
          <a:prstGeom prst="rect">
            <a:avLst/>
          </a:prstGeom>
          <a:gradFill flip="none" rotWithShape="1">
            <a:gsLst>
              <a:gs pos="0">
                <a:schemeClr val="bg2">
                  <a:alpha val="0"/>
                  <a:lumMod val="100000"/>
                </a:schemeClr>
              </a:gs>
              <a:gs pos="100000">
                <a:schemeClr val="bg2">
                  <a:lumMod val="95000"/>
                  <a:lumOff val="5000"/>
                </a:schemeClr>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cxnSp>
        <p:nvCxnSpPr>
          <p:cNvPr id="13" name="Straight Connector 12">
            <a:extLst>
              <a:ext uri="{FF2B5EF4-FFF2-40B4-BE49-F238E27FC236}">
                <a16:creationId xmlns:a16="http://schemas.microsoft.com/office/drawing/2014/main" id="{CA188135-D6F0-4A77-85B9-2E45772B34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21269"/>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pic>
        <p:nvPicPr>
          <p:cNvPr id="15" name="Picture 14">
            <a:extLst>
              <a:ext uri="{FF2B5EF4-FFF2-40B4-BE49-F238E27FC236}">
                <a16:creationId xmlns:a16="http://schemas.microsoft.com/office/drawing/2014/main" id="{8FB62CA7-7168-452A-8E46-BFE14ECFBF8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duotone>
              <a:schemeClr val="accent1">
                <a:shade val="45000"/>
                <a:satMod val="135000"/>
              </a:schemeClr>
              <a:prstClr val="white"/>
            </a:duotone>
            <a:extLst>
              <a:ext uri="{28A0092B-C50C-407E-A947-70E740481C1C}">
                <a14:useLocalDpi xmlns:a14="http://schemas.microsoft.com/office/drawing/2010/main" val="0"/>
              </a:ext>
            </a:extLst>
          </a:blip>
          <a:srcRect l="-115" r="15828" b="36435"/>
          <a:stretch/>
        </p:blipFill>
        <p:spPr>
          <a:xfrm>
            <a:off x="1125460" y="643464"/>
            <a:ext cx="9610344" cy="155448"/>
          </a:xfrm>
          <a:prstGeom prst="rect">
            <a:avLst/>
          </a:prstGeom>
          <a:noFill/>
          <a:ln>
            <a:noFill/>
          </a:ln>
        </p:spPr>
      </p:pic>
      <p:sp>
        <p:nvSpPr>
          <p:cNvPr id="2" name="Rectangle 1"/>
          <p:cNvSpPr/>
          <p:nvPr/>
        </p:nvSpPr>
        <p:spPr>
          <a:xfrm>
            <a:off x="1130270" y="953324"/>
            <a:ext cx="9603275" cy="1049235"/>
          </a:xfrm>
          <a:prstGeom prst="rect">
            <a:avLst/>
          </a:prstGeom>
        </p:spPr>
        <p:style>
          <a:lnRef idx="1">
            <a:schemeClr val="accent1"/>
          </a:lnRef>
          <a:fillRef idx="3">
            <a:schemeClr val="accent1"/>
          </a:fillRef>
          <a:effectRef idx="2">
            <a:schemeClr val="accent1"/>
          </a:effectRef>
          <a:fontRef idx="minor">
            <a:schemeClr val="lt1"/>
          </a:fontRef>
        </p:style>
        <p:txBody>
          <a:bodyPr vert="horz" lIns="91440" tIns="45720" rIns="91440" bIns="45720" rtlCol="0" anchor="t">
            <a:normAutofit/>
          </a:bodyPr>
          <a:lstStyle/>
          <a:p>
            <a:pPr defTabSz="914400">
              <a:lnSpc>
                <a:spcPct val="90000"/>
              </a:lnSpc>
              <a:spcBef>
                <a:spcPct val="0"/>
              </a:spcBef>
              <a:spcAft>
                <a:spcPts val="600"/>
              </a:spcAft>
              <a:defRPr sz="4000" b="1">
                <a:solidFill>
                  <a:srgbClr val="FFFFFF"/>
                </a:solidFill>
              </a:defRPr>
            </a:pPr>
            <a:r>
              <a:rPr lang="en-US" sz="3200">
                <a:solidFill>
                  <a:schemeClr val="tx1"/>
                </a:solidFill>
                <a:latin typeface="+mj-lt"/>
                <a:ea typeface="+mj-ea"/>
                <a:cs typeface="+mj-cs"/>
              </a:rPr>
              <a:t>Future Roadmap &amp; Conclusion</a:t>
            </a:r>
          </a:p>
        </p:txBody>
      </p:sp>
      <p:graphicFrame>
        <p:nvGraphicFramePr>
          <p:cNvPr id="5" name="TextBox 2">
            <a:extLst>
              <a:ext uri="{FF2B5EF4-FFF2-40B4-BE49-F238E27FC236}">
                <a16:creationId xmlns:a16="http://schemas.microsoft.com/office/drawing/2014/main" id="{03739D99-5A79-63CD-9BDD-2D7187216F70}"/>
              </a:ext>
            </a:extLst>
          </p:cNvPr>
          <p:cNvGraphicFramePr/>
          <p:nvPr>
            <p:extLst>
              <p:ext uri="{D42A27DB-BD31-4B8C-83A1-F6EECF244321}">
                <p14:modId xmlns:p14="http://schemas.microsoft.com/office/powerpoint/2010/main" val="3941790430"/>
              </p:ext>
            </p:extLst>
          </p:nvPr>
        </p:nvGraphicFramePr>
        <p:xfrm>
          <a:off x="1130300" y="2502076"/>
          <a:ext cx="9602788" cy="2963687"/>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Tree>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CDCE0"/>
      </a:lt2>
      <a:accent1>
        <a:srgbClr val="415588"/>
      </a:accent1>
      <a:accent2>
        <a:srgbClr val="4294B6"/>
      </a:accent2>
      <a:accent3>
        <a:srgbClr val="087D7C"/>
      </a:accent3>
      <a:accent4>
        <a:srgbClr val="2CB663"/>
      </a:accent4>
      <a:accent5>
        <a:srgbClr val="DF8822"/>
      </a:accent5>
      <a:accent6>
        <a:srgbClr val="BC410A"/>
      </a:accent6>
      <a:hlink>
        <a:srgbClr val="5977C4"/>
      </a:hlink>
      <a:folHlink>
        <a:srgbClr val="A1A9BF"/>
      </a:folHlink>
    </a:clrScheme>
    <a:fontScheme name="Gallery">
      <a:majorFont>
        <a:latin typeface="Century Gothic" panose="020B0502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lumMod val="108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Gallery" id="{BBFCD31E-59A1-489D-B089-A3EAD7CAE12E}" vid="{E050AC27-895F-4B90-991D-A6818FC89AB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Gallery</Template>
  <TotalTime>5</TotalTime>
  <Words>669</Words>
  <Application>Microsoft Office PowerPoint</Application>
  <PresentationFormat>Widescreen</PresentationFormat>
  <Paragraphs>54</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Century Gothic</vt:lpstr>
      <vt:lpstr>Gallery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Mohammed Noman Mohammed Arif</cp:lastModifiedBy>
  <cp:revision>3</cp:revision>
  <dcterms:created xsi:type="dcterms:W3CDTF">2013-01-27T09:14:16Z</dcterms:created>
  <dcterms:modified xsi:type="dcterms:W3CDTF">2026-03-31T22:25:31Z</dcterms:modified>
  <cp:category/>
</cp:coreProperties>
</file>